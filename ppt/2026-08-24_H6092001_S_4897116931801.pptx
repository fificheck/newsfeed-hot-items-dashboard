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092001_S_4897116931801" TargetMode="External"/><Relationship Id="rId3" Type="http://schemas.openxmlformats.org/officeDocument/2006/relationships/hyperlink" Target="https://www.youtube.com/watch?v=_tfbJ8fsS5E" TargetMode="External"/><Relationship Id="rId1" Type="http://schemas.openxmlformats.org/officeDocument/2006/relationships/image" Target="../media/image-1-1.webp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charmera_full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Charmera鑰匙圈扣數碼相機盲盒(隨機發貨) - 1盒 [香港行貨]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Hey iLady（H6092001）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H6092001_S_4897116931801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$218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$6,976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跟隨社交熱度話題，順勢推出 Newsfeed 內容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Kodak Charmera 盲盒相機開箱 11 個月前 144K + threads 排隊熱話；真實體驗 7 個月前 15K</a:t>
            </a:r>
            <a:endParaRPr lang="en-US" sz="950" dirty="0"/>
          </a:p>
        </p:txBody>
      </p:sp>
      <p:sp>
        <p:nvSpPr>
          <p:cNvPr id="28" name="Text 25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https://www.youtube.com/watch?v=_tfbJ8fsS5E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2026-08-27T17:00:39Z</dcterms:created>
  <dcterms:modified xsi:type="dcterms:W3CDTF">2026-08-27T17:00:39Z</dcterms:modified>
</cp:coreProperties>
</file>