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1252001_S_CVF16A" TargetMode="External"/><Relationship Id="rId3" Type="http://schemas.openxmlformats.org/officeDocument/2006/relationships/hyperlink" Target="https://www.youtube.com/watch?v=ZOG7DnJGFA8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fp10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FP10 自動集毛 寵物空氣清新機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Dreame 官方旗艦店（B1252001）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B1252001_S_CVF16A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$3,999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$19,995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跟隨社交熱度話題，順勢推出 Newsfeed 內容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7" name="Text 24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追覓 FP10「主動集毛」寵物空氣清新機：開箱評測 4 個月前 24K +「買前必看」開箱 2 星期前 + 官方介紹 5 個月前 — 2026 新機三連片</a:t>
            </a:r>
            <a:endParaRPr lang="en-US" sz="950" dirty="0"/>
          </a:p>
        </p:txBody>
      </p:sp>
      <p:sp>
        <p:nvSpPr>
          <p:cNvPr id="28" name="Text 25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https://www.youtube.com/watch?v=ZOG7DnJGFA8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2026-08-27T17:00:39Z</dcterms:created>
  <dcterms:modified xsi:type="dcterms:W3CDTF">2026-08-27T17:00:39Z</dcterms:modified>
</cp:coreProperties>
</file>