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961005_S_4894436008671" TargetMode="External"/><Relationship Id="rId3" Type="http://schemas.openxmlformats.org/officeDocument/2006/relationships/hyperlink" Target="https://www.youtube.com/watch?v=HuqGnb8Ti0A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immunity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免疫+ 益生菌 28包【青春雙歧桿菌】【最佳使用日期: 2027/10】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香港網上社區藥房超市（B0961005）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B0961005_S_4894436008671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$338.44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$590,569.3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1,745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 月全場最高 GMV SKU（$59.1 萬 / 1,745 件）— 數據最有說服力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消委會報告後「識揀菌種」需求大，免疫健康話題全年無淡季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藥劑師推薦角度：成分/菌種專業解說，建立信任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東張西望：青春雙歧桿菌成分 10 個月前；肥媽推薦「好菌將軍」3 年前 199K — 益生菌話題持續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https://www.youtube.com/watch?v=HuqGnb8Ti0A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2026-08-27T17:00:39Z</dcterms:created>
  <dcterms:modified xsi:type="dcterms:W3CDTF">2026-08-27T17:00:39Z</dcterms:modified>
</cp:coreProperties>
</file>