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24/8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中熱度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234440" y="1115568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免疫+ 益生菌 28包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234440" y="1783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香港網上社區藥房超市（B0961005）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121408"/>
            <a:ext cx="4206240" cy="320040"/>
          </a:xfrm>
          <a:prstGeom prst="rect">
            <a:avLst/>
          </a:prstGeom>
          <a:solidFill>
            <a:srgbClr val="CCFB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B0961005_S_4894436008671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16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072384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$338.44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240280" y="269748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2816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40280" y="3072384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$590,569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023360" y="269748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0" y="2816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23360" y="3072384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1,745 件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720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429768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7 月全場最高 GMV SKU（$59.1 萬 / 1,745 件）— 數據最有說服力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4864608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消委會報告後「識揀菌種」需求大，免疫健康話題全年無淡季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5431536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藥劑師推薦角度：成分/菌種專業解說，建立信任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1051560"/>
            <a:ext cx="5486400" cy="3090672"/>
          </a:xfrm>
          <a:prstGeom prst="roundRect">
            <a:avLst>
              <a:gd name="adj" fmla="val 17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5" name="Image 0" descr="ppt_assets/product_immunity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46520" y="1207008"/>
            <a:ext cx="5120640" cy="288036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263640" y="4315968"/>
            <a:ext cx="54864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46520" y="4434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社交熱度證據（YouTube）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446520" y="4736592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消委會踢爆 25 款益生菌「呃錢陷阱」（全城話題）；藥劑師益生菌指南；G-NiiB 官方廣告；PGut 優惠片 9 日前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446520" y="568756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https://www.youtube.com/watch?v=xXjef-ZYI2w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1" name="Text 28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2026-08-27T03:39:46Z</dcterms:created>
  <dcterms:modified xsi:type="dcterms:W3CDTF">2026-08-27T03:39:46Z</dcterms:modified>
</cp:coreProperties>
</file>