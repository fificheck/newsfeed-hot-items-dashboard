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0961005_S_4894436008671" TargetMode="External"/><Relationship Id="rId3" Type="http://schemas.openxmlformats.org/officeDocument/2006/relationships/hyperlink" Target="https://www.youtube.com/watch?v=xXjef-ZYI2w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immunity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免疫+ 益生菌 28包【青春雙歧桿菌】【最佳使用日期: 2027/10】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香港網上社區藥房超市（B0961005）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B0961005_S_4894436008671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$338.44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$590,569.3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1,745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 月全場最高 GMV SKU（$59.1 萬 / 1,745 件）— 數據最有說服力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消委會報告後「識揀菌種」需求大，免疫健康話題全年無淡季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藥劑師推薦角度：成分/菌種專業解說，建立信任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消委會踢爆 25 款益生菌「呃錢陷阱」4個月前（全城話題）；藥劑師益生菌指南；G-NiiB 官方廣告；PGut 優惠片 9日前 — 益生菌類別討論持續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https://www.youtube.com/watch?v=xXjef-ZYI2w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