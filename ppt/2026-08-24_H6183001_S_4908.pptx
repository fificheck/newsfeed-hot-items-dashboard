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hyperlink" Target="https://www.hktvmall.com/hktv/zh/p/H6183001_S_4908" TargetMode="External"/><Relationship Id="rId3" Type="http://schemas.openxmlformats.org/officeDocument/2006/relationships/hyperlink" Target="https://www.youtube.com/watch?v=2rI2VfmCVsg" TargetMode="External"/><Relationship Id="rId1" Type="http://schemas.openxmlformats.org/officeDocument/2006/relationships/image" Target="../media/image-1-1.jp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5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777240"/>
          </a:xfrm>
          <a:prstGeom prst="rect">
            <a:avLst/>
          </a:prstGeom>
          <a:solidFill>
            <a:srgbClr val="0F766E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28016"/>
            <a:ext cx="32918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新品 Newsfeed 介紹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3749040" y="228600"/>
            <a:ext cx="2011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CFBF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Week of 24/8 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10058400" y="182880"/>
            <a:ext cx="1645920" cy="411480"/>
          </a:xfrm>
          <a:prstGeom prst="roundRect">
            <a:avLst>
              <a:gd name="adj" fmla="val 22222"/>
            </a:avLst>
          </a:prstGeom>
          <a:solidFill>
            <a:srgbClr val="E11D48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0" y="182880"/>
            <a:ext cx="1645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🔥 高熱度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57200" y="1051560"/>
            <a:ext cx="5120640" cy="4663440"/>
          </a:xfrm>
          <a:prstGeom prst="roundRect">
            <a:avLst>
              <a:gd name="adj" fmla="val 1569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pic>
        <p:nvPicPr>
          <p:cNvPr id="8" name="Image 0" descr="/home/snkwok/newsfeed-scan/ppt_assets/product_4908_baofacai_full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85800" y="1234440"/>
            <a:ext cx="4663440" cy="3977640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457200" y="5742432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📦 HKTVmall 產品圖（參考）</a:t>
            </a:r>
            <a:endParaRPr lang="en-US" sz="1100" dirty="0"/>
          </a:p>
        </p:txBody>
      </p:sp>
      <p:sp>
        <p:nvSpPr>
          <p:cNvPr id="10" name="Text 7"/>
          <p:cNvSpPr/>
          <p:nvPr/>
        </p:nvSpPr>
        <p:spPr>
          <a:xfrm>
            <a:off x="5852160" y="1051560"/>
            <a:ext cx="7315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59E0B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1</a:t>
            </a:r>
            <a:endParaRPr lang="en-US" sz="4000" dirty="0"/>
          </a:p>
        </p:txBody>
      </p:sp>
      <p:sp>
        <p:nvSpPr>
          <p:cNvPr id="11" name="Text 8"/>
          <p:cNvSpPr/>
          <p:nvPr/>
        </p:nvSpPr>
        <p:spPr>
          <a:xfrm>
            <a:off x="6629400" y="1115568"/>
            <a:ext cx="51206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A1A2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鮑發財 - 小食鮑魚零食禮盒(16粒)</a:t>
            </a:r>
            <a:endParaRPr lang="en-US" sz="2500" dirty="0"/>
          </a:p>
        </p:txBody>
      </p:sp>
      <p:sp>
        <p:nvSpPr>
          <p:cNvPr id="12" name="Text 9"/>
          <p:cNvSpPr/>
          <p:nvPr/>
        </p:nvSpPr>
        <p:spPr>
          <a:xfrm>
            <a:off x="6629400" y="1783080"/>
            <a:ext cx="5120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安記海味（H6183001）</a:t>
            </a:r>
            <a:endParaRPr lang="en-US" sz="1300" dirty="0"/>
          </a:p>
        </p:txBody>
      </p:sp>
      <p:sp>
        <p:nvSpPr>
          <p:cNvPr id="13" name="Text 10">
            <a:hlinkClick r:id="rId2" tooltip="開啟 HKTVmall 產品頁"/>
          </p:cNvPr>
          <p:cNvSpPr/>
          <p:nvPr/>
        </p:nvSpPr>
        <p:spPr>
          <a:xfrm>
            <a:off x="6629400" y="2121408"/>
            <a:ext cx="5029200" cy="347472"/>
          </a:xfrm>
          <a:prstGeom prst="rect">
            <a:avLst/>
          </a:prstGeom>
          <a:solidFill>
            <a:srgbClr val="0F766E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u="sng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  <a:hlinkClick r:id="rId2" invalidUrl="" action="" tgtFrame="" tooltip="開啟 HKTVmall 產品頁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H6183001_S_4908</a:t>
            </a:r>
            <a:endParaRPr lang="en-US" sz="1200" dirty="0"/>
          </a:p>
        </p:txBody>
      </p:sp>
      <p:sp>
        <p:nvSpPr>
          <p:cNvPr id="14" name="Text 11"/>
          <p:cNvSpPr/>
          <p:nvPr/>
        </p:nvSpPr>
        <p:spPr>
          <a:xfrm>
            <a:off x="6629400" y="2496312"/>
            <a:ext cx="5029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🔗 按 SKU 開啟 HKTVmall 產品頁</a:t>
            </a:r>
            <a:endParaRPr lang="en-US" sz="950" dirty="0"/>
          </a:p>
        </p:txBody>
      </p:sp>
      <p:sp>
        <p:nvSpPr>
          <p:cNvPr id="15" name="Shape 12"/>
          <p:cNvSpPr/>
          <p:nvPr/>
        </p:nvSpPr>
        <p:spPr>
          <a:xfrm>
            <a:off x="5852160" y="2880360"/>
            <a:ext cx="1737360" cy="960120"/>
          </a:xfrm>
          <a:prstGeom prst="roundRect">
            <a:avLst>
              <a:gd name="adj" fmla="val 7619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5852160" y="2999232"/>
            <a:ext cx="17373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售價（估）</a:t>
            </a:r>
            <a:endParaRPr lang="en-US" sz="1100" dirty="0"/>
          </a:p>
        </p:txBody>
      </p:sp>
      <p:sp>
        <p:nvSpPr>
          <p:cNvPr id="17" name="Text 14"/>
          <p:cNvSpPr/>
          <p:nvPr/>
        </p:nvSpPr>
        <p:spPr>
          <a:xfrm>
            <a:off x="5852160" y="3255264"/>
            <a:ext cx="17373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F766E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$108.73</a:t>
            </a:r>
            <a:endParaRPr lang="en-US" sz="1600" dirty="0"/>
          </a:p>
        </p:txBody>
      </p:sp>
      <p:sp>
        <p:nvSpPr>
          <p:cNvPr id="18" name="Shape 15"/>
          <p:cNvSpPr/>
          <p:nvPr/>
        </p:nvSpPr>
        <p:spPr>
          <a:xfrm>
            <a:off x="7726680" y="2880360"/>
            <a:ext cx="1737360" cy="960120"/>
          </a:xfrm>
          <a:prstGeom prst="roundRect">
            <a:avLst>
              <a:gd name="adj" fmla="val 7619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7726680" y="2999232"/>
            <a:ext cx="17373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7月 GMV</a:t>
            </a:r>
            <a:endParaRPr lang="en-US" sz="1100" dirty="0"/>
          </a:p>
        </p:txBody>
      </p:sp>
      <p:sp>
        <p:nvSpPr>
          <p:cNvPr id="20" name="Text 17"/>
          <p:cNvSpPr/>
          <p:nvPr/>
        </p:nvSpPr>
        <p:spPr>
          <a:xfrm>
            <a:off x="7726680" y="3255264"/>
            <a:ext cx="17373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15E59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$19,461.95</a:t>
            </a:r>
            <a:endParaRPr lang="en-US" sz="1600" dirty="0"/>
          </a:p>
        </p:txBody>
      </p:sp>
      <p:sp>
        <p:nvSpPr>
          <p:cNvPr id="21" name="Shape 18"/>
          <p:cNvSpPr/>
          <p:nvPr/>
        </p:nvSpPr>
        <p:spPr>
          <a:xfrm>
            <a:off x="9601200" y="2880360"/>
            <a:ext cx="1737360" cy="960120"/>
          </a:xfrm>
          <a:prstGeom prst="roundRect">
            <a:avLst>
              <a:gd name="adj" fmla="val 7619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9601200" y="2999232"/>
            <a:ext cx="17373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7月銷量</a:t>
            </a:r>
            <a:endParaRPr lang="en-US" sz="1100" dirty="0"/>
          </a:p>
        </p:txBody>
      </p:sp>
      <p:sp>
        <p:nvSpPr>
          <p:cNvPr id="23" name="Text 20"/>
          <p:cNvSpPr/>
          <p:nvPr/>
        </p:nvSpPr>
        <p:spPr>
          <a:xfrm>
            <a:off x="9601200" y="3255264"/>
            <a:ext cx="17373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59E0B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179 件</a:t>
            </a:r>
            <a:endParaRPr lang="en-US" sz="1600" dirty="0"/>
          </a:p>
        </p:txBody>
      </p:sp>
      <p:sp>
        <p:nvSpPr>
          <p:cNvPr id="24" name="Text 21"/>
          <p:cNvSpPr/>
          <p:nvPr/>
        </p:nvSpPr>
        <p:spPr>
          <a:xfrm>
            <a:off x="5852160" y="4069080"/>
            <a:ext cx="3657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766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💡 建議 Newsfeed 角度</a:t>
            </a:r>
            <a:endParaRPr lang="en-US" sz="1400" dirty="0"/>
          </a:p>
        </p:txBody>
      </p:sp>
      <p:sp>
        <p:nvSpPr>
          <p:cNvPr id="25" name="Text 22"/>
          <p:cNvSpPr/>
          <p:nvPr/>
        </p:nvSpPr>
        <p:spPr>
          <a:xfrm>
            <a:off x="5897880" y="4434840"/>
            <a:ext cx="57607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A1A2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• 鮑魚都可以做零食？安記 2026 全新 TVC 熱播中，順勢推 Newsfeed 新品</a:t>
            </a:r>
            <a:endParaRPr lang="en-US" sz="1250" dirty="0"/>
          </a:p>
        </p:txBody>
      </p:sp>
      <p:sp>
        <p:nvSpPr>
          <p:cNvPr id="26" name="Text 23"/>
          <p:cNvSpPr/>
          <p:nvPr/>
        </p:nvSpPr>
        <p:spPr>
          <a:xfrm>
            <a:off x="5897880" y="5001768"/>
            <a:ext cx="57607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A1A2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• 「全港銷量 No.1 鮑魚品牌」出新 format — 送禮自用兩相宜</a:t>
            </a:r>
            <a:endParaRPr lang="en-US" sz="1250" dirty="0"/>
          </a:p>
        </p:txBody>
      </p:sp>
      <p:sp>
        <p:nvSpPr>
          <p:cNvPr id="27" name="Text 24"/>
          <p:cNvSpPr/>
          <p:nvPr/>
        </p:nvSpPr>
        <p:spPr>
          <a:xfrm>
            <a:off x="5897880" y="5568696"/>
            <a:ext cx="57607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A1A2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• 16 粒裝禮盒 $108.73，節日送禮 + 零食場景通吃</a:t>
            </a:r>
            <a:endParaRPr lang="en-US" sz="1250" dirty="0"/>
          </a:p>
        </p:txBody>
      </p:sp>
      <p:sp>
        <p:nvSpPr>
          <p:cNvPr id="28" name="Shape 25"/>
          <p:cNvSpPr/>
          <p:nvPr/>
        </p:nvSpPr>
        <p:spPr>
          <a:xfrm>
            <a:off x="5852160" y="5943600"/>
            <a:ext cx="5852160" cy="566928"/>
          </a:xfrm>
          <a:prstGeom prst="roundRect">
            <a:avLst>
              <a:gd name="adj" fmla="val 9677"/>
            </a:avLst>
          </a:prstGeom>
          <a:solidFill>
            <a:srgbClr val="FFE4E6"/>
          </a:solidFill>
          <a:ln/>
        </p:spPr>
      </p:sp>
      <p:sp>
        <p:nvSpPr>
          <p:cNvPr id="29" name="Text 26"/>
          <p:cNvSpPr/>
          <p:nvPr/>
        </p:nvSpPr>
        <p:spPr>
          <a:xfrm>
            <a:off x="5989320" y="5971032"/>
            <a:ext cx="557784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A1A2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📢 同一條安記零食鮑魚 TV 廣告 17小時前；4日前「拼多多零食開箱/試伏」影片；梁家權鮑魚盲測 — 鮑魚零食話題持續</a:t>
            </a:r>
            <a:endParaRPr lang="en-US" sz="950" dirty="0"/>
          </a:p>
        </p:txBody>
      </p:sp>
      <p:sp>
        <p:nvSpPr>
          <p:cNvPr id="30" name="Text 27">
            <a:hlinkClick r:id="rId3" tooltip="開啟 YouTube 影片"/>
          </p:cNvPr>
          <p:cNvSpPr/>
          <p:nvPr/>
        </p:nvSpPr>
        <p:spPr>
          <a:xfrm>
            <a:off x="5852160" y="6144768"/>
            <a:ext cx="5852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u="sng" dirty="0">
                <a:solidFill>
                  <a:srgbClr val="0F766E"/>
                </a:solidFill>
                <a:latin typeface="Consolas" pitchFamily="34" charset="0"/>
                <a:ea typeface="Consolas" pitchFamily="34" charset="-122"/>
                <a:cs typeface="Consolas" pitchFamily="34" charset="-120"/>
                <a:hlinkClick r:id="rId3" invalidUrl="" action="" tgtFrame="" tooltip="開啟 YouTube 影片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📺 https://www.youtube.com/watch?v=2rI2VfmCVsg</a:t>
            </a:r>
            <a:endParaRPr lang="en-US" sz="900" dirty="0"/>
          </a:p>
        </p:txBody>
      </p:sp>
      <p:sp>
        <p:nvSpPr>
          <p:cNvPr id="31" name="Shape 2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115E59"/>
          </a:solidFill>
          <a:ln/>
        </p:spPr>
      </p:sp>
      <p:sp>
        <p:nvSpPr>
          <p:cNvPr id="32" name="Text 29"/>
          <p:cNvSpPr/>
          <p:nvPr/>
        </p:nvSpPr>
        <p:spPr>
          <a:xfrm>
            <a:off x="457200" y="6528816"/>
            <a:ext cx="112471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CFBF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Newsfeed Hot Items Dashboard ｜ fificheck.github.io/newsfeed-hot-items-dashboard ｜ 週一自動更新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2026-08-27T05:16:30Z</dcterms:created>
  <dcterms:modified xsi:type="dcterms:W3CDTF">2026-08-27T05:16:30Z</dcterms:modified>
</cp:coreProperties>
</file>