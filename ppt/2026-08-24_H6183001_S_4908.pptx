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183001_S_4908" TargetMode="External"/><Relationship Id="rId3" Type="http://schemas.openxmlformats.org/officeDocument/2006/relationships/hyperlink" Target="https://www.youtube.com/watch?v=2rI2VfmCVsg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4908_baofacai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鮑發財 - 小食鮑魚零食禮盒(16粒)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安記海味（H6183001）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H6183001_S_4908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$108.73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$19,461.95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179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鮑魚都可以做零食？安記 2026 全新 TVC 熱播中，順勢推 Newsfeed 新品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「全港銷量 No.1 鮑魚品牌」出新 format — 送禮自用兩相宜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16 粒裝禮盒 $108.73，節日送禮 + 零食場景通吃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安記 2026 全新電視廣告 1 日前上架；拼多多零食開箱/試伏 5 日前 21K；賀年廣告 7 個月前 147K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https://www.youtube.com/watch?v=2rI2VfmCVsg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2026-08-27T17:00:39Z</dcterms:created>
  <dcterms:modified xsi:type="dcterms:W3CDTF">2026-08-27T17:00:39Z</dcterms:modified>
</cp:coreProperties>
</file>