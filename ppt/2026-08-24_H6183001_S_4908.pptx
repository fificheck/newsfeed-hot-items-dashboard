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鮑發財小食鮑魚零食禮盒 (16粒)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H6183001_S_4908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$108.73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$19,462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179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鮑魚都可以做零食？安記 2026 全新 TVC 熱播中，順勢推 Newsfeed 新品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「全港銷量 No.1 鮑魚品牌」出新 format — 送禮自用兩相宜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16 粒裝禮盒 $108.73，節日送禮 + 零食場景通吃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product_4908_baofaca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 2026 全新電視廣告 17 小時前上架；零食開箱/試伏影片 4 日前；梁家權鮑魚盲測 — 「鮑魚變零食」話題正熱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https://www.youtube.com/watch?v=2rI2VfmCVsg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