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0883004_S_CUjapan8days" TargetMode="External"/><Relationship Id="rId3" Type="http://schemas.openxmlformats.org/officeDocument/2006/relationships/hyperlink" Target="https://www.youtube.com/watch?v=9O2zEPzxEhE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19/10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cujapan8days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 8 日 5G/4G 無限上網卡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H0883004（H0883004）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H0883004_S_CUjapan8days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$58.48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$26,315.4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450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紅葉季／聖誕外遊前哨：2026 日本 SIM／eSIM 選購攻略 5.9 萬 views（3 個月前）正好配合搜尋需求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「8 日 8+3GB」對應 HK 人平均遊日 6-8 日行程，免換卡、落機即上網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比較 angle：實測速度＋中伏位拆解，用「唔想漫遊費爆錶」做痛點切入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「無限上網 Plan 係智商稅？2026 日本旅遊 SIM 卡／eSIM 選購攻略：踢爆買卡中伏位、eSIM 支援教學 #選購…」58,671（3 個月前）；「日本sim卡推薦【內附優惠碼】＋3款日本旅遊APP｜日本Sim卡｜無限上網｜日本上網首選｜日本旅遊必備｜internet S…」61,375（1 年前）；「日本旅遊SIM實地測速！東京/澀谷/台場實測！一張平均突破100Mbps、想要日本電話小心中伏？｜Docomo、中聯通、JO…」93,148（2 年前）——2026 日本 SIM／eSIM 選購攻略 5.9 萬（3個月前）＋日本 SIM 推薦 6.1 萬（1年前）＋實測 9.3 萬（2年前），外遊上網季節性搜尋強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https://www.youtube.com/watch?v=9O2zEPzxEhE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2026-10-20T02:07:44Z</dcterms:created>
  <dcterms:modified xsi:type="dcterms:W3CDTF">2026-10-20T02:07:44Z</dcterms:modified>
</cp:coreProperties>
</file>