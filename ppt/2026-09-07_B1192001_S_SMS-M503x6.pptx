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B1192001_S_SMS-M503x6" TargetMode="External"/><Relationship Id="rId3" Type="http://schemas.openxmlformats.org/officeDocument/2006/relationships/hyperlink" Target="https://www.youtube.com/watch?v=x2y9VO_Q1oc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07/09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sms_m503x6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[原箱]法國聖瑪仕Master 503平等紅酒  【古天樂代言】750ml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B1192001（undefined）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B1192001_S_SMS-M503x6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$1,446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$1,446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古天樂代言酒款，宣傳片 120,026 views（7個月前），名人效應帶動購買信心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法國紅酒＋原箱優惠，中秋送禮/宴客/團年飯酒水場景啱用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「明星同款」社交話題包裝，配合節日 gift guide 推廣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「古天樂力薦聖瑪仕紅白酒」宣傳片120,026次（7個月前）——古天樂代言酒款（產品名亦標明「古天樂代言」）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https://www.youtube.com/watch?v=x2y9VO_Q1oc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2026-09-07T02:47:52Z</dcterms:created>
  <dcterms:modified xsi:type="dcterms:W3CDTF">2026-09-07T02:47:52Z</dcterms:modified>
</cp:coreProperties>
</file>