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H0883003_S_BASF4719873980017" TargetMode="External"/><Relationship Id="rId3" Type="http://schemas.openxmlformats.org/officeDocument/2006/relationships/hyperlink" Target="https://www.youtube.com/watch?v=JjSpCYIykuQ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6B728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低熱度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basf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一點絕 2％凝膠餌劑 5g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L&amp;T（H0883003）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H0883003_S_BASF4719873980017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$88.5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$19,204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217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夏季曱甴旺季，滅蟑產品搜尋量高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德國巴斯夫一點絕係滅蟑經典品牌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$88.50 親民價，家居實用型產品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3F4F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一點絕滅蟑影片（使用說明 7 年前；滅蟑法寶 5 年前）— 夏季滅蟑季節性話題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https://www.youtube.com/watch?v=JjSpCYIykuQ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2026-08-27T04:37:20Z</dcterms:created>
  <dcterms:modified xsi:type="dcterms:W3CDTF">2026-08-27T04:37:20Z</dcterms:modified>
</cp:coreProperties>
</file>