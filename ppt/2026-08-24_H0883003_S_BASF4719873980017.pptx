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3_S_BASF4719873980017" TargetMode="External"/><Relationship Id="rId3" Type="http://schemas.openxmlformats.org/officeDocument/2006/relationships/hyperlink" Target="https://www.youtube.com/watch?v=GpVDzGAUCkA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asf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一點絕 2％凝膠餌劑 5g ▼A1(80017)(平行進口)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L&amp;T（H0883003）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H0883003_S_BASF4719873980017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$88.5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$19,203.65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217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夏季曱甴旺季，滅蟑產品搜尋量高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德國巴斯夫一點絕係滅蟑經典品牌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$88.50 親民價，家居實用型產品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一點絕滅蟑影片（5個月前餌盒教學；7年前使用說明）— 夏季滅蟑季節性話題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https://www.youtube.com/watch?v=GpVDzGAUCkA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