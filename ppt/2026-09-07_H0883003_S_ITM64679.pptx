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3_S_ITM64679" TargetMode="External"/><Relationship Id="rId3" Type="http://schemas.openxmlformats.org/officeDocument/2006/relationships/hyperlink" Target="https://www.youtube.com/watch?v=41VMJV739Uk" TargetMode="External"/><Relationship Id="rId1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07/09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itm64679_fu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Instax mini 13 即影即有相機/拍立得(夢幻紫)▼F1(64679)(平行進口)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H0883003（undefined）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H0883003_S_ITM64679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$899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$2,697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Fujifilm 官方教學片 3,199,736 views（5個月前），即影即有＝派對/旅行必備社交神器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2026 新款全色開箱＋自拍定時新功能熱潮，友和YOHO等本地零售力推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送禮場景（生日/交換禮物/畢業禮）＋相紙、配件回購 loop，節日禮物清單常客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Fujifilm官方「Instax Mini 13 Tutorial Video」3,199,736次（5個月前）＋Review &amp; Setup Guide 47,779；友和YOHO「instax mini 13值得買嗎？」1,411（3個月前）＋「2026新款mini 13全色開箱」（1個月前）——官方案例片＋本地零售推薦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https://www.youtube.com/watch?v=41VMJV739Uk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2026-09-07T02:47:52Z</dcterms:created>
  <dcterms:modified xsi:type="dcterms:W3CDTF">2026-09-07T02:47:52Z</dcterms:modified>
</cp:coreProperties>
</file>