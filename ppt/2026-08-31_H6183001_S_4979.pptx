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H6183001_S_4979" TargetMode="External"/><Relationship Id="rId3" Type="http://schemas.openxmlformats.org/officeDocument/2006/relationships/hyperlink" Target="https://www.youtube.com/watch?v=2rI2VfmCVsg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31/8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E11D4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高熱度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4979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零食鮑-港式叉燒味 (12包裝)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H6183001（H6183001）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H6183001_S_4979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$87.97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$14,339.6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163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安記 2026 全新電視廣告熱播中，零食鮑魚新 format 順勢推 Newsfeed 新品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「鮑魚都可以做零食」港式叉燒味 12 包裝，送禮/辦公室零食場景通吃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7 月賣出 163 件（GMV $1.4 萬），平價鮑魚零食入門款話題度高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FE4E6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安記 2026 全新電視廣告：安記零食鮑魚 5 日前上架 + 香港罐頭鮑魚大評比 2 年前 207K — 零食鮑話題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https://www.youtube.com/watch?v=2rI2VfmCVsg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2026-08-31T02:38:54Z</dcterms:created>
  <dcterms:modified xsi:type="dcterms:W3CDTF">2026-08-31T02:38:54Z</dcterms:modified>
</cp:coreProperties>
</file>