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234440" y="1115568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365日 內地澳門 30GB 5G/4G 上網卡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234440" y="1783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Enjoy Sim Plus（H0883004）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121408"/>
            <a:ext cx="4206240" cy="320040"/>
          </a:xfrm>
          <a:prstGeom prst="rect">
            <a:avLst/>
          </a:prstGeom>
          <a:solidFill>
            <a:srgbClr val="CCFB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H0883004_S_CUMainlandMacau365D18GB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$143.29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24028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4028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4028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$20,491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023360" y="2697480"/>
            <a:ext cx="16459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816352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23360" y="3072384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143 件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29768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北上/澳門旅行必備，eSIM + 年卡攻略話題長期熱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4864608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30GB / 365 日 $143.29，性價比角度易講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5431536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旅行旺季（國慶/長假）前推，時機啱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1051560"/>
            <a:ext cx="5486400" cy="3090672"/>
          </a:xfrm>
          <a:prstGeom prst="roundRect">
            <a:avLst>
              <a:gd name="adj" fmla="val 1775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5" name="Image 0" descr="ppt_assets/product_sim365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46520" y="1207008"/>
            <a:ext cx="5120640" cy="28803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4315968"/>
            <a:ext cx="54864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44348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社交熱度證據（YouTube）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446520" y="4736592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日本旅遊 SIM/eSIM 選購攻略 1 個月前；中國聯通年卡懶人包 3 個月前；MySIM 5G 攻略 2 個月前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6446520" y="568756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https://www.youtube.com/watch?v=9O2zEPzxEhE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1" name="Text 28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2026-08-27T03:39:46Z</dcterms:created>
  <dcterms:modified xsi:type="dcterms:W3CDTF">2026-08-27T03:39:46Z</dcterms:modified>
</cp:coreProperties>
</file>