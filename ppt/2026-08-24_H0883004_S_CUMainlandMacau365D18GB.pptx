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hktvmall.com/hktv/zh/p/H0883004_S_CUMainlandMacau365D18GB" TargetMode="External"/><Relationship Id="rId3" Type="http://schemas.openxmlformats.org/officeDocument/2006/relationships/hyperlink" Target="https://www.youtube.com/watch?v=9O2zEPzxEhE" TargetMode="External"/><Relationship Id="rId1" Type="http://schemas.openxmlformats.org/officeDocument/2006/relationships/image" Target="../media/image-1-1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28016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新品 Newsfeed 介紹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749040" y="2286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FB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Week of 24/8 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0058400" y="182880"/>
            <a:ext cx="1645920" cy="411480"/>
          </a:xfrm>
          <a:prstGeom prst="roundRect">
            <a:avLst>
              <a:gd name="adj" fmla="val 22222"/>
            </a:avLst>
          </a:prstGeom>
          <a:solidFill>
            <a:srgbClr val="D97706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0" y="18288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🔥 中熱度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5120640" cy="4663440"/>
          </a:xfrm>
          <a:prstGeom prst="roundRect">
            <a:avLst>
              <a:gd name="adj" fmla="val 156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8" name="Image 0" descr="/home/snkwok/newsfeed-scan/ppt_assets/product_sim365_full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85800" y="1234440"/>
            <a:ext cx="4663440" cy="39776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" y="5742432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📦 HKTVmall 產品圖（參考）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852160" y="10515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4000" dirty="0"/>
          </a:p>
        </p:txBody>
      </p:sp>
      <p:sp>
        <p:nvSpPr>
          <p:cNvPr id="11" name="Text 8"/>
          <p:cNvSpPr/>
          <p:nvPr/>
        </p:nvSpPr>
        <p:spPr>
          <a:xfrm>
            <a:off x="6629400" y="1115568"/>
            <a:ext cx="5120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365日 內地澳門 30GB 5G/4G 上網卡</a:t>
            </a:r>
            <a:endParaRPr lang="en-US" sz="2500" dirty="0"/>
          </a:p>
        </p:txBody>
      </p:sp>
      <p:sp>
        <p:nvSpPr>
          <p:cNvPr id="12" name="Text 9"/>
          <p:cNvSpPr/>
          <p:nvPr/>
        </p:nvSpPr>
        <p:spPr>
          <a:xfrm>
            <a:off x="6629400" y="178308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Enjoy Sim Plus（H0883004）</a:t>
            </a:r>
            <a:endParaRPr lang="en-US" sz="1300" dirty="0"/>
          </a:p>
        </p:txBody>
      </p:sp>
      <p:sp>
        <p:nvSpPr>
          <p:cNvPr id="13" name="Text 10">
            <a:hlinkClick r:id="rId2" tooltip="開啟 HKTVmall 產品頁"/>
          </p:cNvPr>
          <p:cNvSpPr/>
          <p:nvPr/>
        </p:nvSpPr>
        <p:spPr>
          <a:xfrm>
            <a:off x="6629400" y="2121408"/>
            <a:ext cx="5029200" cy="347472"/>
          </a:xfrm>
          <a:prstGeom prst="rect">
            <a:avLst/>
          </a:prstGeom>
          <a:solidFill>
            <a:srgbClr val="0F766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2" invalidUrl="" action="" tgtFrame="" tooltip="開啟 HKTVmall 產品頁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H0883004_S_CUMainlandMacau365D18GB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629400" y="2496312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🔗 按 SKU 開啟 HKTVmall 產品頁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5852160" y="2880360"/>
            <a:ext cx="17373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852160" y="299923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售價（估）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5852160" y="3255264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$143.29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7726680" y="2880360"/>
            <a:ext cx="17373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726680" y="299923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7月 GMV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7726680" y="3255264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5E5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$20,491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9601200" y="2880360"/>
            <a:ext cx="17373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9601200" y="299923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7月銷量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9601200" y="3255264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143 件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5852160" y="40690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💡 建議 Newsfeed 角度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5897880" y="4434840"/>
            <a:ext cx="5760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北上/澳門旅行必備，eSIM + 年卡攻略話題長期熱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5897880" y="5001768"/>
            <a:ext cx="5760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30GB / 365 日 $143.29，性價比角度易講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5897880" y="5568696"/>
            <a:ext cx="5760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旅行旺季（國慶/長假）前推，時機啱</a:t>
            </a:r>
            <a:endParaRPr lang="en-US" sz="1250" dirty="0"/>
          </a:p>
        </p:txBody>
      </p:sp>
      <p:sp>
        <p:nvSpPr>
          <p:cNvPr id="28" name="Shape 25"/>
          <p:cNvSpPr/>
          <p:nvPr/>
        </p:nvSpPr>
        <p:spPr>
          <a:xfrm>
            <a:off x="5852160" y="5943600"/>
            <a:ext cx="5852160" cy="566928"/>
          </a:xfrm>
          <a:prstGeom prst="roundRect">
            <a:avLst>
              <a:gd name="adj" fmla="val 9677"/>
            </a:avLst>
          </a:prstGeom>
          <a:solidFill>
            <a:srgbClr val="FEF3C7"/>
          </a:solidFill>
          <a:ln/>
        </p:spPr>
      </p:sp>
      <p:sp>
        <p:nvSpPr>
          <p:cNvPr id="29" name="Text 26"/>
          <p:cNvSpPr/>
          <p:nvPr/>
        </p:nvSpPr>
        <p:spPr>
          <a:xfrm>
            <a:off x="5989320" y="5971032"/>
            <a:ext cx="55778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📢 2026 日本旅遊 SIM/eSIM 選購攻略 1 個月前；中國聯通年卡懶人包 3 個月前；MySIM 5G 攻略 2 個月前</a:t>
            </a:r>
            <a:endParaRPr lang="en-US" sz="950" dirty="0"/>
          </a:p>
        </p:txBody>
      </p:sp>
      <p:sp>
        <p:nvSpPr>
          <p:cNvPr id="30" name="Text 27">
            <a:hlinkClick r:id="rId3" tooltip="開啟 YouTube 影片"/>
          </p:cNvPr>
          <p:cNvSpPr/>
          <p:nvPr/>
        </p:nvSpPr>
        <p:spPr>
          <a:xfrm>
            <a:off x="5852160" y="6144768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u="sng" dirty="0">
                <a:solidFill>
                  <a:srgbClr val="0F7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3" invalidUrl="" action="" tgtFrame="" tooltip="開啟 YouTube 影片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📺 https://www.youtube.com/watch?v=9O2zEPzxEhE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15E59"/>
          </a:solidFill>
          <a:ln/>
        </p:spPr>
      </p:sp>
      <p:sp>
        <p:nvSpPr>
          <p:cNvPr id="32" name="Text 29"/>
          <p:cNvSpPr/>
          <p:nvPr/>
        </p:nvSpPr>
        <p:spPr>
          <a:xfrm>
            <a:off x="457200" y="6528816"/>
            <a:ext cx="11247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FB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Newsfeed Hot Items Dashboard ｜ fificheck.github.io/newsfeed-hot-items-dashboard ｜ 週一自動更新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2026-08-27T04:12:06Z</dcterms:created>
  <dcterms:modified xsi:type="dcterms:W3CDTF">2026-08-27T04:12:06Z</dcterms:modified>
</cp:coreProperties>
</file>