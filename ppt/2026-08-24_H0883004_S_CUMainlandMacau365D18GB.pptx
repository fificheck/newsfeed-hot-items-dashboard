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4_S_CUMainlandMacau365D18GB" TargetMode="External"/><Relationship Id="rId3" Type="http://schemas.openxmlformats.org/officeDocument/2006/relationships/hyperlink" Target="https://www.youtube.com/watch?v=9O2zEPzxEhE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sim365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365日 內地澳門 30GB 5G/4G 上網卡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Enjoy Sim Plus（H0883004）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H0883004_S_CUMainlandMacau365D18GB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$143.29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$20,491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143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北上/澳門旅行必備，eSIM + 年卡攻略話題長期熱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30GB / 365 日 $143.29，性價比角度易講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旅行旺季（國慶/長假）前推，時機啱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2026 日本旅遊 SIM/eSIM 選購攻略 1 個月前；中國聯通年卡懶人包 3 個月前；MySIM 5G 攻略 2 個月前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https://www.youtube.com/watch?v=9O2zEPzxEhE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