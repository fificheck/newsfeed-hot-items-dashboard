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28016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新品 Newsfeed 介紹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749040" y="228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of 24/8 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058400" y="182880"/>
            <a:ext cx="1645920" cy="411480"/>
          </a:xfrm>
          <a:prstGeom prst="roundRect">
            <a:avLst>
              <a:gd name="adj" fmla="val 22222"/>
            </a:avLst>
          </a:prstGeom>
          <a:solidFill>
            <a:srgbClr val="D97706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0" y="182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🔥 中熱度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1234440" y="1115568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365日 內地澳門 30GB 5G/4G 上網卡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1234440" y="1783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Enjoy Sim Plus（H0883004）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34440" y="2121408"/>
            <a:ext cx="4206240" cy="320040"/>
          </a:xfrm>
          <a:prstGeom prst="rect">
            <a:avLst/>
          </a:prstGeom>
          <a:solidFill>
            <a:srgbClr val="CCFB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H0883004_S_CUMainlandMacau365D18GB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1645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816352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售價（估）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3072384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$143.29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2240280" y="2697480"/>
            <a:ext cx="1645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240280" y="2816352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 GMV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240280" y="3072384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5E5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$20,491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4023360" y="2697480"/>
            <a:ext cx="1645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23360" y="2816352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7月銷量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023360" y="3072384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143 件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57200" y="39319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建議 Newsfeed 角度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2920" y="429768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北上/澳門旅行必備，eSIM + 年卡攻略話題長期熱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02920" y="4864608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30GB / 365 日 $143.29，性價比角度易講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02920" y="5431536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旅行旺季（國慶/長假）前推，時機啱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263640" y="1051560"/>
            <a:ext cx="5486400" cy="3090672"/>
          </a:xfrm>
          <a:prstGeom prst="roundRect">
            <a:avLst>
              <a:gd name="adj" fmla="val 177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5" name="Image 0" descr="/home/snkwok/newsfeed-scan/ppt_assets/product_sim365_ful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207008"/>
            <a:ext cx="5120640" cy="2880360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>
            <a:off x="6263640" y="4315968"/>
            <a:ext cx="548640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46520" y="443484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📢 社交熱度證據（YouTube）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6446520" y="4736592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 日本旅遊 SIM/eSIM 選購攻略 1 個月前；中國聯通年卡懶人包 3 個月前；MySIM 5G 攻略 2 個月前</a:t>
            </a:r>
            <a:endParaRPr lang="en-US" sz="1150" dirty="0"/>
          </a:p>
        </p:txBody>
      </p:sp>
      <p:sp>
        <p:nvSpPr>
          <p:cNvPr id="29" name="Text 26"/>
          <p:cNvSpPr/>
          <p:nvPr/>
        </p:nvSpPr>
        <p:spPr>
          <a:xfrm>
            <a:off x="6446520" y="5687568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🔗 https://www.youtube.com/watch?v=9O2zEPzxEhE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15E59"/>
          </a:solidFill>
          <a:ln/>
        </p:spPr>
      </p:sp>
      <p:sp>
        <p:nvSpPr>
          <p:cNvPr id="31" name="Text 28"/>
          <p:cNvSpPr/>
          <p:nvPr/>
        </p:nvSpPr>
        <p:spPr>
          <a:xfrm>
            <a:off x="457200" y="6528816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Newsfeed Hot Items Dashboard ｜ fificheck.github.io/newsfeed-hot-items-dashboard ｜ 週一自動更新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2026-08-27T03:48:36Z</dcterms:created>
  <dcterms:modified xsi:type="dcterms:W3CDTF">2026-08-27T03:48:36Z</dcterms:modified>
</cp:coreProperties>
</file>