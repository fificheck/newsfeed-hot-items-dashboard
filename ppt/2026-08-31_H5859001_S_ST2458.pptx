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5859001_S_ST2458" TargetMode="External"/><Relationship Id="rId3" Type="http://schemas.openxmlformats.org/officeDocument/2006/relationships/hyperlink" Target="https://www.youtube.com/watch?v=FXZ8Hj-kLk0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st2458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資生堂 The Collagen Drink 膠原蛋白飲品 10枝/ 10日份 x3 [新版本](EXP:07 2027)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H5859001（H5859001）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H5859001_S_ST2458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$3,360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日本 No.1 The Collagen 官方登陸香港 2 個月前 346K views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資生堂膠原蛋白飲 10 日份 x3，官方登港熱潮順勢推廣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「飲的膠原蛋白」vs 塗抹護膚教育內容，女士養顏話題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日本No.1 The Collagen 官方登陸香港 2 個月前 346K + 屈臣氏限時優惠 — 官方登港話題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https://www.youtube.com/watch?v=FXZ8Hj-kLk0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