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0883003_S_MQ3S25290" TargetMode="External"/><Relationship Id="rId3" Type="http://schemas.openxmlformats.org/officeDocument/2006/relationships/hyperlink" Target="https://www.youtube.com/watch?v=YvwTQtzz9Zs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quest3s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【256GB】【Meta Quest 3S】混合實境VR眼鏡 / 頭戴式裝置 / 虛擬實境器 ▼L(25290)(平行進口)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L&amp;T（H0883003）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H0883003_S_MQ3S25290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$2,880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$11,520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跟隨社交熱度話題，順勢推出 Newsfeed 內容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7" name="Text 24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Meta Quest 3S 開箱評價/VR 實測 1 年前 22K；Quest 3S vs 3 開箱 1 年前</a:t>
            </a:r>
            <a:endParaRPr lang="en-US" sz="950" dirty="0"/>
          </a:p>
        </p:txBody>
      </p:sp>
      <p:sp>
        <p:nvSpPr>
          <p:cNvPr id="28" name="Text 25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https://www.youtube.com/watch?v=YvwTQtzz9Zs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2026-08-27T17:00:39Z</dcterms:created>
  <dcterms:modified xsi:type="dcterms:W3CDTF">2026-08-27T17:00:39Z</dcterms:modified>
</cp:coreProperties>
</file>