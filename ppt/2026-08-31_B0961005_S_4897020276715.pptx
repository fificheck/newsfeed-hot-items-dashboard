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ktvmall.com/hktv/zh/p/B0961005_S_4897020276715" TargetMode="External"/><Relationship Id="rId3" Type="http://schemas.openxmlformats.org/officeDocument/2006/relationships/hyperlink" Target="https://www.youtube.com/watch?v=mygsIUglZk8" TargetMode="External"/><Relationship Id="rId1" Type="http://schemas.openxmlformats.org/officeDocument/2006/relationships/image" Target="../media/image-1-1.webp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31/8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中熱度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home/snkwok/newsfeed-scan/ppt_assets/product_4897020276715_full.webp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46634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全植物醫學級益生菌元配方 400 億 30 包【最佳使用日期: 03/2029】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B0961005（B0961005）</a:t>
            </a:r>
            <a:endParaRPr lang="en-US" sz="1300" dirty="0"/>
          </a:p>
        </p:txBody>
      </p:sp>
      <p:sp>
        <p:nvSpPr>
          <p:cNvPr id="13" name="Text 10">
            <a:hlinkClick r:id="rId2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B0961005_S_4897020276715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$197.24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$56,804.55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288 件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Whole Love Plus 品牌 2 星期內連出兩條新片（95K/77K），益生菌話題火熱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897880" y="50017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7 月 GMV $5.7 萬（288 件）係今批最高 GMV 產品，數據最有說服力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897880" y="556869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「醫學級益生菌元 400 億」成分角度：消委會報告後識揀益生菌需求大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/>
        </p:spPr>
      </p:sp>
      <p:sp>
        <p:nvSpPr>
          <p:cNvPr id="29" name="Text 26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Whole Love Plus 纖體肽醫學級益生菌元配方 650億 2 星期前 95K + 腸腩清 300億 2 星期前 77K — 品牌新片連發</a:t>
            </a:r>
            <a:endParaRPr lang="en-US" sz="950" dirty="0"/>
          </a:p>
        </p:txBody>
      </p:sp>
      <p:sp>
        <p:nvSpPr>
          <p:cNvPr id="30" name="Text 27">
            <a:hlinkClick r:id="rId3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https://www.youtube.com/watch?v=mygsIUglZk8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2026-08-31T02:38:54Z</dcterms:created>
  <dcterms:modified xsi:type="dcterms:W3CDTF">2026-08-31T02:38:54Z</dcterms:modified>
</cp:coreProperties>
</file>