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1200001_S_HSH_SIM_JP_SOFT_5DAYS_5G" TargetMode="External"/><Relationship Id="rId3" Type="http://schemas.openxmlformats.org/officeDocument/2006/relationships/hyperlink" Target="https://www.youtube.com/watch?v=LcxasyvSKjI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hsh_sim_jp_soft_5days_5g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 Softbank 5日5G無限數據 (不限速) $168 ｜日本SIM卡｜日本電話卡｜日本數據卡｜日本上網｜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B1200001（B1200001）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B1200001_S_HSH_SIM_JP_SOFT_5DAYS_5G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$91.63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$8,796.6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日本旅遊 SIM 實地測速影片 91K+，Softbank 5G 網絡口碑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5 日 5G 無限數據不限速 $168，日本旅行數據卡選購攻略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同店另有 365 日中港澳年卡，可做「旅行上網卡」系列內容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日本旅遊SIM實地測速 東京/澀谷 91K + 日本上網卡點揀 三大電信解析 20K — 日本 SIM 熱度持續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https://www.youtube.com/watch?v=LcxasyvSKjI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