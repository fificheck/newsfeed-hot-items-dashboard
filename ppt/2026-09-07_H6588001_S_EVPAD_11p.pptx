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ktvmall.com/hktv/zh/p/H6588001_S_EVPAD_11p" TargetMode="External"/><Relationship Id="rId2" Type="http://schemas.openxmlformats.org/officeDocument/2006/relationships/hyperlink" Target="https://www.youtube.com/watch?v=jldQUn0hmn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 產品圖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EVPAD 11P 易播盒子 4+64GB 香港行貨 | 網絡機頂盒 | Tv box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H6588001（undefined）</a:t>
            </a:r>
            <a:endParaRPr lang="en-US" sz="1300" dirty="0"/>
          </a:p>
        </p:txBody>
      </p:sp>
      <p:sp>
        <p:nvSpPr>
          <p:cNvPr id="13" name="Text 11">
            <a:hlinkClick r:id="rId1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H6588001_S_EVPAD_11p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$1,376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$6,880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廣東話試玩片 229,417 views（1年前）＋2026 EVPAD 12P 開箱評測 50,494（3個月前），本地電視盒話題王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「一個盒睇齊直播＋電影劇集＋7日回看」角度，方便屋企人/長者操作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節日家庭娛樂升級時機（大型節目/體育賽事檔期）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EVPAD 11P 產品級討論多條：廣東話「試玩—多嘢睇、轉台快？EVPad 11P 電視盒」229,417次（1年前）＋「開箱體驗與硬件拆解」35,775；同廠2026 EVPAD 12P開箱評測50,494（3個月前）——本地電視盒話題持續</a:t>
            </a:r>
            <a:endParaRPr lang="en-US" sz="950" dirty="0"/>
          </a:p>
        </p:txBody>
      </p:sp>
      <p:sp>
        <p:nvSpPr>
          <p:cNvPr id="30" name="Text 28">
            <a:hlinkClick r:id="rId2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https://www.youtube.com/watch?v=jldQUn0hmnM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