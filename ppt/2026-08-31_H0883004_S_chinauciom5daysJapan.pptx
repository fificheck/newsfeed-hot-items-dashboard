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0883004_S_chinauciom5daysJapan" TargetMode="External"/><Relationship Id="rId3" Type="http://schemas.openxmlformats.org/officeDocument/2006/relationships/hyperlink" Target="https://www.youtube.com/watch?v=KzkHhLU3YYA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31/8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chinauciom5daysjapan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5日【日本】(5+3GB) 5G/4G無限上網卡數據卡SIM咭 S15(01352)(新舊包裝隨機發貨)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H0883004（H0883004）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H0883004_S_chinauciom5daysJapan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$46.63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$12,496.32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268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2026 日本旅遊 SIM/eSIM 選購攻略熱播（50K+），旅行旺季上網卡需求大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5 日 5+3GB 5G/4G 無限上網，日本自由行必備平價 SIM 攻略內容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跟隨「日本電話卡橫評」話題，做 SIM 卡選購懶人包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日本電話卡橫評 2024 實地測速 86K + 2026 日本旅遊 SIM/eSIM 選購攻略 1 個月前 50K — 旅行旺季 SIM 攻略熱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https://www.youtube.com/watch?v=KzkHhLU3YYA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2026-08-31T02:38:54Z</dcterms:created>
  <dcterms:modified xsi:type="dcterms:W3CDTF">2026-08-31T02:38:54Z</dcterms:modified>
</cp:coreProperties>
</file>