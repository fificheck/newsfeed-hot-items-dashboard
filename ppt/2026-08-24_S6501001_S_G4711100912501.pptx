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S6501001_S_G4711100912501" TargetMode="External"/><Relationship Id="rId3" Type="http://schemas.openxmlformats.org/officeDocument/2006/relationships/hyperlink" Target="https://www.youtube.com/watch?v=DTUMC07orIA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truu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TRUU 童 76酵母胺基酸淨膚潔顏露150g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GT BEAUTY（S6501001）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S6501001_S_G4711100912501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$315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$18,585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TRUU 網絡爆紅討論（KOL 開箱熱潮），品牌記憶點強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76 酵母胺基酸成分角度易做科普內容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美妝類別 Newsfeed 曝光率高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TRUU 開箱/推薦（2-3 年前多條，包括「人生用過最好用洗面乳」）— 美妝 KOL 討論但內容偏舊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https://www.youtube.com/watch?v=DTUMC07orIA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2026-08-27T04:37:20Z</dcterms:created>
  <dcterms:modified xsi:type="dcterms:W3CDTF">2026-08-27T04:37:20Z</dcterms:modified>
</cp:coreProperties>
</file>