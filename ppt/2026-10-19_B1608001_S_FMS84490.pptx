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B1608001_S_FMS84490" TargetMode="External"/><Relationship Id="rId3" Type="http://schemas.openxmlformats.org/officeDocument/2006/relationships/hyperlink" Target="https://www.youtube.com/watch?v=TQuXKn2bK_E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19/10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高熱度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peelerz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Peelerz 獎盃及足球造型剝皮軟糖（96包）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B1608001（B1608001）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B1608001_S_FMS84490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$722.4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$722.4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全球爆紅 peelable candy：YouTube 短片 649 萬／442 萬 views，「剝皮 ASMR」試玩片自帶流量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派對場景：萬聖節／生日回禮，96 包原箱剛好夠一班小朋友，人均成本低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世界盃熱潮：獎盃＋足球造型的話題性，適合球迷聚會打卡、抽獎禮物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E4E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「Trying The GIANT Peelable Candy... 🤤」6,493,970（8 個月前）；「This Giant Peelable Gummy Is HUGE 😳🍬」4,419,094（4 個月前）；「what World Cup Peelerz look like」1,577,762（4 個月前）——Peelerz 剝皮軟糖全球爆紅短片（649萬／442萬／158萬 views，4-8個月內），開箱試食類內容自然流量極高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https://www.youtube.com/watch?v=TQuXKn2bK_E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2026-10-20T02:07:44Z</dcterms:created>
  <dcterms:modified xsi:type="dcterms:W3CDTF">2026-10-20T02:07:44Z</dcterms:modified>
</cp:coreProperties>
</file>