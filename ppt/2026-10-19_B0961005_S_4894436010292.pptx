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B0961005_S_4894436010292" TargetMode="External"/><Relationship Id="rId3" Type="http://schemas.openxmlformats.org/officeDocument/2006/relationships/hyperlink" Target="https://www.youtube.com/watch?v=us4MCK6eybc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19/10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高熱度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4894436010292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微生態纖肝代謝配方 SLD07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B0961005（B0961005）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B0961005_S_4894436010292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$541.33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$12,992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「BMI 正常都可能肝脂超標」反差痛點：針對 30-45 歲久坐 OL／應酬族，用官方真實用家片（174 萬 views）做信任背書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媒體實證 angle：TVB《東張西望》報道腸道微生態改善肝臟問題，Newsfeed 可出「報道＋用家現身」短片組合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套裝化：肝脂關注客一次過買 2-3 盒（90 日療程），配「每日一包」打卡內容提升回購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E4E6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「【#BMI正常又重視健康 卻有嚴重肝脂問題】#真實用家Angela分享｜#G-NiiB 纖肝代謝配方® SLD07」1,745,188（11 個月前）；「【# 肝脂指數回復正常 整個人更輕盈更有活力】#真實用家Raymond分享｜#G-NiiB 纖肝代謝配方® SLD07」74,806（3 個月前）；「東張西望｜平衡腸道微生態改善肝臟問題」774（11 個月前）——官方真實用家片＋TVB《東張西望》專題雙線，肝脂／代謝健康話題持續有片，型號級指名度最高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https://www.youtube.com/watch?v=us4MCK6eybc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2026-10-20T02:07:44Z</dcterms:created>
  <dcterms:modified xsi:type="dcterms:W3CDTF">2026-10-20T02:07:44Z</dcterms:modified>
</cp:coreProperties>
</file>