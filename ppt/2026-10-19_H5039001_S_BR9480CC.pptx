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H5039001_S_BR9480CC" TargetMode="External"/><Relationship Id="rId3" Type="http://schemas.openxmlformats.org/officeDocument/2006/relationships/hyperlink" Target="https://www.youtube.com/watch?v=xd20s2ra92I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19/10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中熱度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br9480cc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Braun Series 9 Pro 9480cc 電鬚刨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H5039001（H5039001）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H5039001_S_BR9480CC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$1,899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$3,798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旗艦級往復式電鬚刨，官方 Series 9 Pro+ 片 71.8 萬 views，主打「一刮即淨」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送禮 angle：父親節／生日禮物，乾濕兩用＋清洗座套裝顯檔次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內容：2 分鐘出門挑戰（真實計時），針對早上趕時間的上班族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「巔峰版 Series 9 Pro+ ｜ 一刮即淨 99.9%殺菌 潔淨剃鬚體驗」718,113（2 年前）；「How to Use your Braun Series 9 Pro+ Electric Shaver」49,390（8 個月前）——Braun Series 9 Pro+ 官方片 71.8 萬 views（2年前）＋官方使用教學 4.9 萬（8個月前），旗艦電鬚刨品牌認知高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https://www.youtube.com/watch?v=xd20s2ra92I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2026-10-20T02:07:44Z</dcterms:created>
  <dcterms:modified xsi:type="dcterms:W3CDTF">2026-10-20T02:07:44Z</dcterms:modified>
</cp:coreProperties>
</file>