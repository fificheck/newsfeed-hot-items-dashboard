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ktvmall.com/hktv/zh/p/B0772001_S_LL6927840001681" TargetMode="External"/><Relationship Id="rId3" Type="http://schemas.openxmlformats.org/officeDocument/2006/relationships/hyperlink" Target="https://www.youtube.com/watch?v=U6smn3v7p40" TargetMode="External"/><Relationship Id="rId1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 Newsfeed 介紹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0" y="228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of 19/10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中熱度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home/snkwok/newsfeed-scan/ppt_assets/product_ll6927840001681_ful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34440"/>
            <a:ext cx="4663440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742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HKTVmall 產品圖（參考）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629400" y="1115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歐姆龍 HEM-7121 電子血壓計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662940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B0772001（B0772001）</a:t>
            </a:r>
            <a:endParaRPr lang="en-US" sz="1300" dirty="0"/>
          </a:p>
        </p:txBody>
      </p:sp>
      <p:sp>
        <p:nvSpPr>
          <p:cNvPr id="13" name="Text 10">
            <a:hlinkClick r:id="rId2" tooltip="開啟 HKTVmall 產品頁"/>
          </p:cNvPr>
          <p:cNvSpPr/>
          <p:nvPr/>
        </p:nvSpPr>
        <p:spPr>
          <a:xfrm>
            <a:off x="6629400" y="2121408"/>
            <a:ext cx="50292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開啟 HKTVmall 產品頁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B0772001_S_LL6927840001681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29400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 按 SKU 開啟 HKTVmall 產品頁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售價（估）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$233.62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2668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 GMV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2668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$12,148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0120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7月銷量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52 件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85216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 Newsfeed 角度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897880" y="44348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長者送禮：HEM-7121 操作簡單、一鍵量度，主打「父母屋企必備」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897880" y="50017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血壓管理 content：配合 9 個月前血壓計選購片（1.6 萬 views），教「正確量血壓 3 個步驟」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897880" y="556869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套裝 angle：血壓計＋記錄手冊／替換臂帶，提升客單價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852160" y="594360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/>
        </p:spPr>
      </p:sp>
      <p:sp>
        <p:nvSpPr>
          <p:cNvPr id="29" name="Text 26"/>
          <p:cNvSpPr/>
          <p:nvPr/>
        </p:nvSpPr>
        <p:spPr>
          <a:xfrm>
            <a:off x="5989320" y="5971032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📢 「[抵用血壓計介紹]日本歐姆龍OMRON HEM 7121 手臂式血壓計 (平衡進口版本)」13,940（5 年前）；「血壓計怎麼選？｜歐姆龍藍牙血壓計開箱 (HEM-7156T)」16,030（9 個月前）——歐姆龍 HEM-7121 型號開箱（1.4萬，5年前）＋血壓計選購片 1.6萬（9個月前），長者送禮實用需求穩定</a:t>
            </a:r>
            <a:endParaRPr lang="en-US" sz="950" dirty="0"/>
          </a:p>
        </p:txBody>
      </p:sp>
      <p:sp>
        <p:nvSpPr>
          <p:cNvPr id="30" name="Text 27">
            <a:hlinkClick r:id="rId3" tooltip="開啟 YouTube 影片"/>
          </p:cNvPr>
          <p:cNvSpPr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開啟 YouTube 影片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📺 https://www.youtube.com/watch?v=U6smn3v7p40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Newsfeed Hot Items Dashboard ｜ fificheck.github.io/newsfeed-hot-items-dashboard ｜ 週一自動更新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2026-10-20T02:07:44Z</dcterms:created>
  <dcterms:modified xsi:type="dcterms:W3CDTF">2026-10-20T02:07:44Z</dcterms:modified>
</cp:coreProperties>
</file>