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2008001_S_81F0052" TargetMode="External"/><Relationship Id="rId3" Type="http://schemas.openxmlformats.org/officeDocument/2006/relationships/hyperlink" Target="https://www.youtube.com/watch?v=Mxjd7rB0Kjs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31/8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81f0052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(5包裝/北海道小麥/蝦濃湯味/粉紅色)日清出前一丁即食麵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B2008001（B2008001）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B2008001_S_81F0052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$22.9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$893.1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【北海道一丁】實試 7 款影片 62K+，即食麵話題持續有熱度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北海道小麥蝦濃湯味新口味，同「出前一丁」經典品牌聯動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$22.9 平價入手門檻低，適合試食/開箱類 Newsfeed 內容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【北海道一丁】實試 7 款 5 個月前 62K + 日本爆紅泡麵實測 118K — 即食麵話題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https://www.youtube.com/watch?v=Mxjd7rB0Kjs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2026-08-31T02:38:54Z</dcterms:created>
  <dcterms:modified xsi:type="dcterms:W3CDTF">2026-08-31T02:38:54Z</dcterms:modified>
</cp:coreProperties>
</file>