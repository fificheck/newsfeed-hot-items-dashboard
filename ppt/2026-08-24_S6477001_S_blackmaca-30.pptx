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477001_S_blackmaca-30" TargetMode="External"/><Relationship Id="rId3" Type="http://schemas.openxmlformats.org/officeDocument/2006/relationships/hyperlink" Target="https://www.youtube.com/watch?v=y4ZPw5wkkH8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lackmaca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特濃2000黑瑪卡液禮盒裝 (30包) [原裝行貨]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正官庄（S6477001）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S6477001_S_blackmaca-30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$15,600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正官庄官方代言人廣告 + 男士保健話題持續熱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黑瑪卡 VS 犀利士大比拼內容易引起討論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禮盒裝 $520，適合節日送禮場景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正官庄官方廣告（視帝譚俊彥代言）；「黑瑪卡 VS 犀利士」大比拼；自費保健品評測 10個月前；熟男話題片 2個月前 — 男士保健熱度穩定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https://www.youtube.com/watch?v=y4ZPw5wkkH8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