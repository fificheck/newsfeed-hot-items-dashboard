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S6477001_S_blackmaca-30" TargetMode="External"/><Relationship Id="rId3" Type="http://schemas.openxmlformats.org/officeDocument/2006/relationships/hyperlink" Target="https://www.youtube.com/watch?v=y4ZPw5wkkH8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yt_y4ZPw5wkkH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特濃2000黑瑪卡液禮盒裝 (30包)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正官庄（S6477001）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S6477001_S_blackmaca-30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$15,600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正官庄官方代言人廣告 + 男士保健話題持續熱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黑瑪卡 VS 犀利士大比拼內容易引起討論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禮盒裝 $520，適合節日送禮場景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正官庄官方廣告（視帝譚俊彥代言）；黑瑪卡 VS 犀利士大比拼；自費保健品評測 10 個月前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https://www.youtube.com/watch?v=y4ZPw5wkkH8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2026-08-27T04:12:06Z</dcterms:created>
  <dcterms:modified xsi:type="dcterms:W3CDTF">2026-08-27T04:12:06Z</dcterms:modified>
</cp:coreProperties>
</file>