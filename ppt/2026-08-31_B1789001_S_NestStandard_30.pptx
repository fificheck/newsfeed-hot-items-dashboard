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789001_S_NestStandard_30" TargetMode="External"/><Relationship Id="rId3" Type="http://schemas.openxmlformats.org/officeDocument/2006/relationships/hyperlink" Target="https://www.youtube.com/watch?v=zy-9b-AkSPc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neststandard_30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【無糖標準版】超高密度極濃鮮燉燕窩 - 禮盒裝30瓶 (馬來西亞AA級上等官燕盞) [Best Before: 2026/09/09]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B1789001（B1789001）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B1789001_S_NestStandard_30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$1,888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$1,888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即食燕窩係 2026 送禮熱話（大棧廣告 196K+），中秋/送禮季節啱用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馬來西亞 AA 級官燕盞 30 瓶禮盒裝，高端送禮場景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新上架產品（首月開賣），搶先推新品 Newsfeed 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大棧 2026 即食燕窩 新年送禮 廣告 6 個月前 196K + 燕窩點樣揀 76K — 即食燕窩送禮話題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https://www.youtube.com/watch?v=zy-9b-AkSPc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