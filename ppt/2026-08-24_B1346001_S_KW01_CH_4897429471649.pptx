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ktvmall.com/hktv/zh/p/B1346001_S_KW01_CH_4897429471649" TargetMode="External"/><Relationship Id="rId3" Type="http://schemas.openxmlformats.org/officeDocument/2006/relationships/hyperlink" Target="https://www.youtube.com/watch?v=I5sW74KQCSE" TargetMode="External"/><Relationship Id="rId1" Type="http://schemas.openxmlformats.org/officeDocument/2006/relationships/image" Target="../media/image-1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 Newsfeed 介紹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49040" y="228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of 24/8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182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中熱度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home/snkwok/newsfeed-scan/ppt_assets/product_yaoji_fu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34440"/>
            <a:ext cx="4663440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7424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HKTVmall 產品圖（參考）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629400" y="11155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古法窯香雞 (原隻已熟) 急凍-18°C (71649)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662940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爾雅家宴（B1346001）</a:t>
            </a:r>
            <a:endParaRPr lang="en-US" sz="1300" dirty="0"/>
          </a:p>
        </p:txBody>
      </p:sp>
      <p:sp>
        <p:nvSpPr>
          <p:cNvPr id="13" name="Text 10">
            <a:hlinkClick r:id="rId2" tooltip="開啟 HKTVmall 產品頁"/>
          </p:cNvPr>
          <p:cNvSpPr/>
          <p:nvPr/>
        </p:nvSpPr>
        <p:spPr>
          <a:xfrm>
            <a:off x="6629400" y="2121408"/>
            <a:ext cx="50292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開啟 HKTVmall 產品頁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B1346001_S_KW01_CH_4897429471649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29400" y="2496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🔗 按 SKU 開啟 HKTVmall 產品頁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售價（估）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$78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2668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668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 GMV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2668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$156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60120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7月銷量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件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85216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 Newsfeed 角度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897880" y="44348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跟隨社交熱度話題，順勢推出 Newsfeed 內容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852160" y="5943600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EF3C7"/>
          </a:solidFill>
          <a:ln/>
        </p:spPr>
      </p:sp>
      <p:sp>
        <p:nvSpPr>
          <p:cNvPr id="27" name="Text 24"/>
          <p:cNvSpPr/>
          <p:nvPr/>
        </p:nvSpPr>
        <p:spPr>
          <a:xfrm>
            <a:off x="5989320" y="5971032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📢 五豐行 75 週年古法窯雞片 2 星期前 9K；古法窯雞製法 2 年前 162K — 古法話題</a:t>
            </a:r>
            <a:endParaRPr lang="en-US" sz="950" dirty="0"/>
          </a:p>
        </p:txBody>
      </p:sp>
      <p:sp>
        <p:nvSpPr>
          <p:cNvPr id="28" name="Text 25">
            <a:hlinkClick r:id="rId3" tooltip="開啟 YouTube 影片"/>
          </p:cNvPr>
          <p:cNvSpPr/>
          <p:nvPr/>
        </p:nvSpPr>
        <p:spPr>
          <a:xfrm>
            <a:off x="5852160" y="61447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開啟 YouTube 影片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📺 https://www.youtube.com/watch?v=I5sW74KQCSE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Newsfeed Hot Items Dashboard ｜ fificheck.github.io/newsfeed-hot-items-dashboard ｜ 週一自動更新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2026-08-27T17:00:39Z</dcterms:created>
  <dcterms:modified xsi:type="dcterms:W3CDTF">2026-08-27T17:00:39Z</dcterms:modified>
</cp:coreProperties>
</file>