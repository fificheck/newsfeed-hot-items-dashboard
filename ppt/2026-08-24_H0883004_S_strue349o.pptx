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4_S_strue349o" TargetMode="External"/><Relationship Id="rId3" Type="http://schemas.openxmlformats.org/officeDocument/2006/relationships/hyperlink" Target="https://www.youtube.com/watch?v=9O2zEPzxEhE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sim_thai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10日【泰國】(50GB) 5G/4G 無限上網卡數據卡SIM咭 S24(79992)【EXP. 31/7/2026】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Enjoy Sim Plus（H0883004）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H0883004_S_strue349o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$570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跟隨社交熱度話題，順勢推出 Newsfeed 內容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2026 日本/外遊 SIM eSIM 攻略 1 個月前 50K；Lucky SIM 全攻略 1 個月前 10K</a:t>
            </a:r>
            <a:endParaRPr lang="en-US" sz="950" dirty="0"/>
          </a:p>
        </p:txBody>
      </p:sp>
      <p:sp>
        <p:nvSpPr>
          <p:cNvPr id="28" name="Text 25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https://www.youtube.com/watch?v=9O2zEPzxEhE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2026-08-27T17:00:39Z</dcterms:created>
  <dcterms:modified xsi:type="dcterms:W3CDTF">2026-08-27T17:00:39Z</dcterms:modified>
</cp:coreProperties>
</file>