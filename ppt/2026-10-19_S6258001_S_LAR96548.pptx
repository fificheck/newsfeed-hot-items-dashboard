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S6258001_S_LAR96548" TargetMode="External"/><Relationship Id="rId3" Type="http://schemas.openxmlformats.org/officeDocument/2006/relationships/hyperlink" Target="https://www.youtube.com/watch?v=XmzTwco0olY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19/10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lar96548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AP+Max 全效抗敏修護霜（止癢配方）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S6258001（S6258001）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S6258001_S_LAR96548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$196.51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$1,965.1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轉季乾燥＋濕疹爆發期，主打「72 小時止癢」實測，直接對應品牌 2026 新廣告訊息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敏感肌社群（媽媽 group／濕疹關注組）用家分享，配皮膚科醫生背書減低對「類固醇」的顧慮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對比內容：「醫學護膚 vs 一般潤膚霜」，用 417K views 官方片做二次創作素材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「The new Lipikar Baume AP+Max 72h relief*」417,981（7 個月前）；「New Lipikar Baume AP+Max」230,769（8 個月前）；「How to hydrate my body? ｜ Lipikar AP+Max for Itchy Relief」950（10 個月前）——品牌官方 AP+Max 系列新廣告連發（7-8個月內兩條），主打 72 小時止癢，濕疹／敏感肌季節性需求高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https://www.youtube.com/watch?v=XmzTwco0olY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2026-10-20T02:07:44Z</dcterms:created>
  <dcterms:modified xsi:type="dcterms:W3CDTF">2026-10-20T02:07:44Z</dcterms:modified>
</cp:coreProperties>
</file>