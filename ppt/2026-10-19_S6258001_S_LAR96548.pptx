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hyperlink" Target="https://www.hktvmall.com/hktv/zh/p/S6258001_S_LAR96548" TargetMode="External"/><Relationship Id="rId3" Type="http://schemas.openxmlformats.org/officeDocument/2006/relationships/hyperlink" Target="https://www.youtube.com/watch?v=XmzTwco0olY" TargetMode="External"/><Relationship Id="rId1" Type="http://schemas.openxmlformats.org/officeDocument/2006/relationships/image" Target="../media/image-1-1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5F6F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7724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28016"/>
            <a:ext cx="3291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新品 Newsfeed 介紹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3749040" y="228600"/>
            <a:ext cx="20116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Week of 19/10 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10058400" y="182880"/>
            <a:ext cx="1645920" cy="411480"/>
          </a:xfrm>
          <a:prstGeom prst="roundRect">
            <a:avLst>
              <a:gd name="adj" fmla="val 22222"/>
            </a:avLst>
          </a:prstGeom>
          <a:solidFill>
            <a:srgbClr val="E11D48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0" y="182880"/>
            <a:ext cx="1645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🔥 高熱度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5120640" cy="4663440"/>
          </a:xfrm>
          <a:prstGeom prst="roundRect">
            <a:avLst>
              <a:gd name="adj" fmla="val 156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pic>
        <p:nvPicPr>
          <p:cNvPr id="8" name="Image 0" descr="/home/snkwok/newsfeed-scan/ppt_assets/product_lar96548_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85800" y="1234440"/>
            <a:ext cx="4663440" cy="39776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5742432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📦 HKTVmall 產品圖（參考）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852160" y="105156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2</a:t>
            </a:r>
            <a:endParaRPr lang="en-US" sz="4000" dirty="0"/>
          </a:p>
        </p:txBody>
      </p:sp>
      <p:sp>
        <p:nvSpPr>
          <p:cNvPr id="11" name="Text 8"/>
          <p:cNvSpPr/>
          <p:nvPr/>
        </p:nvSpPr>
        <p:spPr>
          <a:xfrm>
            <a:off x="6629400" y="1115568"/>
            <a:ext cx="512064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AP+Max 全效抗敏修護霜（止癢配方）</a:t>
            </a:r>
            <a:endParaRPr lang="en-US" sz="2500" dirty="0"/>
          </a:p>
        </p:txBody>
      </p:sp>
      <p:sp>
        <p:nvSpPr>
          <p:cNvPr id="12" name="Text 9"/>
          <p:cNvSpPr/>
          <p:nvPr/>
        </p:nvSpPr>
        <p:spPr>
          <a:xfrm>
            <a:off x="6629400" y="17830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S6258001（S6258001）</a:t>
            </a:r>
            <a:endParaRPr lang="en-US" sz="1300" dirty="0"/>
          </a:p>
        </p:txBody>
      </p:sp>
      <p:sp>
        <p:nvSpPr>
          <p:cNvPr id="13" name="Text 10">
            <a:hlinkClick r:id="rId2" tooltip="開啟 HKTVmall 產品頁"/>
          </p:cNvPr>
          <p:cNvSpPr/>
          <p:nvPr/>
        </p:nvSpPr>
        <p:spPr>
          <a:xfrm>
            <a:off x="6629400" y="2121408"/>
            <a:ext cx="5029200" cy="347472"/>
          </a:xfrm>
          <a:prstGeom prst="rect">
            <a:avLst/>
          </a:prstGeom>
          <a:solidFill>
            <a:srgbClr val="0F76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u="sng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2" invalidUrl="" action="" tgtFrame="" tooltip="開啟 HKTVmall 產品頁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S6258001_S_LAR96548</a:t>
            </a:r>
            <a:endParaRPr lang="en-US" sz="1200" dirty="0"/>
          </a:p>
        </p:txBody>
      </p:sp>
      <p:sp>
        <p:nvSpPr>
          <p:cNvPr id="14" name="Text 11"/>
          <p:cNvSpPr/>
          <p:nvPr/>
        </p:nvSpPr>
        <p:spPr>
          <a:xfrm>
            <a:off x="6629400" y="2496312"/>
            <a:ext cx="5029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🔗 按 SKU 開啟 HKTVmall 產品頁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585216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585216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售價（估）</a:t>
            </a:r>
            <a:endParaRPr lang="en-US" sz="1100" dirty="0"/>
          </a:p>
        </p:txBody>
      </p:sp>
      <p:sp>
        <p:nvSpPr>
          <p:cNvPr id="17" name="Text 14"/>
          <p:cNvSpPr/>
          <p:nvPr/>
        </p:nvSpPr>
        <p:spPr>
          <a:xfrm>
            <a:off x="585216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F766E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$196.51</a:t>
            </a:r>
            <a:endParaRPr lang="en-US" sz="1600" dirty="0"/>
          </a:p>
        </p:txBody>
      </p:sp>
      <p:sp>
        <p:nvSpPr>
          <p:cNvPr id="18" name="Shape 15"/>
          <p:cNvSpPr/>
          <p:nvPr/>
        </p:nvSpPr>
        <p:spPr>
          <a:xfrm>
            <a:off x="772668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772668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 GMV</a:t>
            </a:r>
            <a:endParaRPr lang="en-US" sz="1100" dirty="0"/>
          </a:p>
        </p:txBody>
      </p:sp>
      <p:sp>
        <p:nvSpPr>
          <p:cNvPr id="20" name="Text 17"/>
          <p:cNvSpPr/>
          <p:nvPr/>
        </p:nvSpPr>
        <p:spPr>
          <a:xfrm>
            <a:off x="772668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15E59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$1,965.1</a:t>
            </a:r>
            <a:endParaRPr lang="en-US" sz="1600" dirty="0"/>
          </a:p>
        </p:txBody>
      </p:sp>
      <p:sp>
        <p:nvSpPr>
          <p:cNvPr id="21" name="Shape 18"/>
          <p:cNvSpPr/>
          <p:nvPr/>
        </p:nvSpPr>
        <p:spPr>
          <a:xfrm>
            <a:off x="9601200" y="2880360"/>
            <a:ext cx="1737360" cy="960120"/>
          </a:xfrm>
          <a:prstGeom prst="roundRect">
            <a:avLst>
              <a:gd name="adj" fmla="val 7619"/>
            </a:avLst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9601200" y="299923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7月銷量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9601200" y="3255264"/>
            <a:ext cx="1737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59E0B"/>
                </a:solidFill>
                <a:latin typeface="Arial Black" pitchFamily="34" charset="0"/>
                <a:ea typeface="Arial Black" pitchFamily="34" charset="-122"/>
                <a:cs typeface="Arial Black" pitchFamily="34" charset="-120"/>
              </a:rPr>
              <a:t>10 件</a:t>
            </a:r>
            <a:endParaRPr lang="en-US" sz="1600" dirty="0"/>
          </a:p>
        </p:txBody>
      </p:sp>
      <p:sp>
        <p:nvSpPr>
          <p:cNvPr id="24" name="Text 21"/>
          <p:cNvSpPr/>
          <p:nvPr/>
        </p:nvSpPr>
        <p:spPr>
          <a:xfrm>
            <a:off x="5852160" y="4069080"/>
            <a:ext cx="3657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766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💡 建議 Newsfeed 角度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897880" y="4434840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轉季乾燥＋濕疹爆發期，主打「72 小時止癢」實測，直接對應品牌 2026 新廣告訊息</a:t>
            </a:r>
            <a:endParaRPr lang="en-US" sz="1250" dirty="0"/>
          </a:p>
        </p:txBody>
      </p:sp>
      <p:sp>
        <p:nvSpPr>
          <p:cNvPr id="26" name="Text 23"/>
          <p:cNvSpPr/>
          <p:nvPr/>
        </p:nvSpPr>
        <p:spPr>
          <a:xfrm>
            <a:off x="5897880" y="5001768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敏感肌社群（媽媽 group／濕疹關注組）用家分享，配皮膚科醫生背書減低對「類固醇」的顧慮</a:t>
            </a:r>
            <a:endParaRPr lang="en-US" sz="1250" dirty="0"/>
          </a:p>
        </p:txBody>
      </p:sp>
      <p:sp>
        <p:nvSpPr>
          <p:cNvPr id="27" name="Text 24"/>
          <p:cNvSpPr/>
          <p:nvPr/>
        </p:nvSpPr>
        <p:spPr>
          <a:xfrm>
            <a:off x="5897880" y="5568696"/>
            <a:ext cx="5760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• 對比內容：「醫學護膚 vs 一般潤膚霜」，用 417K views 官方片做二次創作素材</a:t>
            </a:r>
            <a:endParaRPr lang="en-US" sz="1250" dirty="0"/>
          </a:p>
        </p:txBody>
      </p:sp>
      <p:sp>
        <p:nvSpPr>
          <p:cNvPr id="28" name="Shape 25"/>
          <p:cNvSpPr/>
          <p:nvPr/>
        </p:nvSpPr>
        <p:spPr>
          <a:xfrm>
            <a:off x="5852160" y="5943600"/>
            <a:ext cx="5852160" cy="566928"/>
          </a:xfrm>
          <a:prstGeom prst="roundRect">
            <a:avLst>
              <a:gd name="adj" fmla="val 9677"/>
            </a:avLst>
          </a:prstGeom>
          <a:solidFill>
            <a:srgbClr val="FFE4E6"/>
          </a:solidFill>
          <a:ln/>
        </p:spPr>
      </p:sp>
      <p:sp>
        <p:nvSpPr>
          <p:cNvPr id="29" name="Text 26"/>
          <p:cNvSpPr/>
          <p:nvPr/>
        </p:nvSpPr>
        <p:spPr>
          <a:xfrm>
            <a:off x="5989320" y="5971032"/>
            <a:ext cx="5577840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A1A2E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📢 「The new Lipikar Baume AP+Max 72h relief*」417,981（7 個月前）；「New Lipikar Baume AP+Max」230,769（8 個月前）；「How to hydrate my body?</a:t>
            </a:r>
            <a:endParaRPr lang="en-US" sz="950" dirty="0"/>
          </a:p>
        </p:txBody>
      </p:sp>
      <p:sp>
        <p:nvSpPr>
          <p:cNvPr id="30" name="Text 27">
            <a:hlinkClick r:id="rId3" tooltip="開啟 YouTube 影片"/>
          </p:cNvPr>
          <p:cNvSpPr/>
          <p:nvPr/>
        </p:nvSpPr>
        <p:spPr>
          <a:xfrm>
            <a:off x="5852160" y="6144768"/>
            <a:ext cx="5852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u="sng" dirty="0">
                <a:solidFill>
                  <a:srgbClr val="0F766E"/>
                </a:solidFill>
                <a:latin typeface="Consolas" pitchFamily="34" charset="0"/>
                <a:ea typeface="Consolas" pitchFamily="34" charset="-122"/>
                <a:cs typeface="Consolas" pitchFamily="34" charset="-120"/>
                <a:hlinkClick r:id="rId3" invalidUrl="" action="" tgtFrame="" tooltip="開啟 YouTube 影片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📺 https://www.youtube.com/watch?v=XmzTwco0olY</a:t>
            </a:r>
            <a:endParaRPr lang="en-US" sz="900" dirty="0"/>
          </a:p>
        </p:txBody>
      </p:sp>
      <p:sp>
        <p:nvSpPr>
          <p:cNvPr id="31" name="Shape 28"/>
          <p:cNvSpPr/>
          <p:nvPr/>
        </p:nvSpPr>
        <p:spPr>
          <a:xfrm>
            <a:off x="0" y="6510528"/>
            <a:ext cx="12188952" cy="347472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32" name="Text 29"/>
          <p:cNvSpPr/>
          <p:nvPr/>
        </p:nvSpPr>
        <p:spPr>
          <a:xfrm>
            <a:off x="457200" y="6528816"/>
            <a:ext cx="1124712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CFBF1"/>
                </a:solidFill>
                <a:latin typeface="Microsoft JhengHei" pitchFamily="34" charset="0"/>
                <a:ea typeface="Microsoft JhengHei" pitchFamily="34" charset="-122"/>
                <a:cs typeface="Microsoft JhengHei" pitchFamily="34" charset="-120"/>
              </a:rPr>
              <a:t>Newsfeed Hot Items Dashboard ｜ fificheck.github.io/newsfeed-hot-items-dashboard ｜ 週一自動更新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2026-10-20T01:54:37Z</dcterms:created>
  <dcterms:modified xsi:type="dcterms:W3CDTF">2026-10-20T01:54:37Z</dcterms:modified>
</cp:coreProperties>
</file>