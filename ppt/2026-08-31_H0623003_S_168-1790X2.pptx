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623003_S_168-1790X2" TargetMode="External"/><Relationship Id="rId3" Type="http://schemas.openxmlformats.org/officeDocument/2006/relationships/hyperlink" Target="https://www.youtube.com/watch?v=4KT5GfdZqrk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168_1790x2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天然海藻染髮護髮膏 150g 明亮啡色 (白髮專用) *【2件】- 45775(平行進口)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H0623003（H0623003）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H0623003_S_168-1790X2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$154.16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$5,704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50惠天然海藻染髮 TVC 逾 300 萬 views，白髮染護話題極高曝光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「染 1 日 洗 3 日」天然海藻上色，主打怕化學染髮嘅銀髮族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 件裝 $154，適合 Newsfeed 做「天然染髮 vs 化學染髮」教育內容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日本50惠天然海藻護染 廣告 1 年前 3.2M + 新升級版 2.9M — 白髮染護高曝光 TVC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https://www.youtube.com/watch?v=4KT5GfdZqrk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