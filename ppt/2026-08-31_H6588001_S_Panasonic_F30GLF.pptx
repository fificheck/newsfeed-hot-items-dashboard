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6588001_S_Panasonic_F30GLF" TargetMode="External"/><Relationship Id="rId3" Type="http://schemas.openxmlformats.org/officeDocument/2006/relationships/hyperlink" Target="https://www.youtube.com/watch?v=BbIejHAK5tI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31/8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panasonic_f30glf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F-30GLH 12吋 DC摩打風扇 香港行貨 座地扇 | 座枱扇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H6588001（H6588001）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H6588001_S_Panasonic_F30GLF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$648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$18,792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29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Panasonic DC 摩打風扇全新廣告 1 個月前 343K views，夏天涼電話題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12 吋 DC 摩打慳電靜音，2025 循環扇/風扇選購攻略熱潮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官方旗艦店行貨 $648，適合家電評測類 Newsfeed 內容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EF3C7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全新 Panasonic DC 摩打風扇 廣告 1 個月前 343K + 2025 循環扇推薦/消委會 66K — 夏日涼電話題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https://www.youtube.com/watch?v=BbIejHAK5tI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2026-08-31T02:38:54Z</dcterms:created>
  <dcterms:modified xsi:type="dcterms:W3CDTF">2026-08-31T02:38:54Z</dcterms:modified>
</cp:coreProperties>
</file>