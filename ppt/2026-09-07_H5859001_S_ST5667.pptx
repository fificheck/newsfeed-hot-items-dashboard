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ktvmall.com/hktv/zh/p/H5859001_S_ST5667" TargetMode="External"/><Relationship Id="rId3" Type="http://schemas.openxmlformats.org/officeDocument/2006/relationships/hyperlink" Target="https://www.youtube.com/watch?v=bLryRYL8NzY" TargetMode="External"/><Relationship Id="rId1" Type="http://schemas.openxmlformats.org/officeDocument/2006/relationships/image" Target="../media/image-1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新品 Newsfeed 介紹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49040" y="228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of 07/09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0" y="182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 中熱度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home/snkwok/newsfeed-scan/ppt_assets/product_st5667_fu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234440"/>
            <a:ext cx="4663440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7424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 HKTVmall 產品圖（參考）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216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629400" y="11155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鎏金煥膚全效修復眼霜 5ml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662940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H5859001（undefined）</a:t>
            </a:r>
            <a:endParaRPr lang="en-US" sz="1300" dirty="0"/>
          </a:p>
        </p:txBody>
      </p:sp>
      <p:sp>
        <p:nvSpPr>
          <p:cNvPr id="13" name="Text 10">
            <a:hlinkClick r:id="rId2" tooltip="開啟 HKTVmall 產品頁"/>
          </p:cNvPr>
          <p:cNvSpPr/>
          <p:nvPr/>
        </p:nvSpPr>
        <p:spPr>
          <a:xfrm>
            <a:off x="6629400" y="2121408"/>
            <a:ext cx="502920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開啟 HKTVmall 產品頁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H5859001_S_ST5667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29400" y="2496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🔗 按 SKU 開啟 HKTVmall 產品頁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售價（估）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5216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$435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72668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2668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 GMV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2668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$1,305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60120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7月銷量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0120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件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85216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建議 Newsfeed 角度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897880" y="44348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La Mer 官方新眼霜廣告 4,171,482 views（6個月前），頂級護膚品牌話題度極高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897880" y="500176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5ml 體驗裝門檻低：$435 試到貴婦級眼霜，啱做新客引流/升級轉化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897880" y="5568696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「第一支 La Mer」內容 angle：貴婦眼霜點揀、按摩手法教學類內容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852160" y="5943600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EF3C7"/>
          </a:solidFill>
          <a:ln/>
        </p:spPr>
      </p:sp>
      <p:sp>
        <p:nvSpPr>
          <p:cNvPr id="29" name="Text 26"/>
          <p:cNvSpPr/>
          <p:nvPr/>
        </p:nvSpPr>
        <p:spPr>
          <a:xfrm>
            <a:off x="5989320" y="5971032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📢 La Mer官方「The NEW Rejuvenating Eye Cream 全新精華修復眼霜」廣告4,171,482次（6個月前）＋官方How-To教學——新品眼霜全球主打</a:t>
            </a:r>
            <a:endParaRPr lang="en-US" sz="950" dirty="0"/>
          </a:p>
        </p:txBody>
      </p:sp>
      <p:sp>
        <p:nvSpPr>
          <p:cNvPr id="30" name="Text 27">
            <a:hlinkClick r:id="rId3" tooltip="開啟 YouTube 影片"/>
          </p:cNvPr>
          <p:cNvSpPr/>
          <p:nvPr/>
        </p:nvSpPr>
        <p:spPr>
          <a:xfrm>
            <a:off x="5852160" y="61447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開啟 YouTube 影片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📺 https://www.youtube.com/watch?v=bLryRYL8NzY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Newsfeed Hot Items Dashboard ｜ fificheck.github.io/newsfeed-hot-items-dashboard ｜ 週一自動更新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2026-09-07T02:47:52Z</dcterms:created>
  <dcterms:modified xsi:type="dcterms:W3CDTF">2026-09-07T02:47:52Z</dcterms:modified>
</cp:coreProperties>
</file>