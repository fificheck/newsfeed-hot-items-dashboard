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hktvmall.com/hktv/zh/p/H6183001_S_4764" TargetMode="External"/><Relationship Id="rId3" Type="http://schemas.openxmlformats.org/officeDocument/2006/relationships/hyperlink" Target="https://www.youtube.com/watch?v=dI6SzDrvXKo" TargetMode="External"/><Relationship Id="rId1" Type="http://schemas.openxmlformats.org/officeDocument/2006/relationships/image" Target="../media/image-1-1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新品 Newsfeed 介紹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749040" y="228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FB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Week of 07/09 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058400" y="182880"/>
            <a:ext cx="1645920" cy="411480"/>
          </a:xfrm>
          <a:prstGeom prst="roundRect">
            <a:avLst>
              <a:gd name="adj" fmla="val 22222"/>
            </a:avLst>
          </a:prstGeom>
          <a:solidFill>
            <a:srgbClr val="6B7280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0" y="1828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🔥 低熱度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512064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8" name="Image 0" descr="/home/snkwok/newsfeed-scan/ppt_assets/product_4764_ful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234440"/>
            <a:ext cx="4663440" cy="3977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574243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📦 HKTVmall 產品圖（參考）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852160" y="1051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6629400" y="1115568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安記溏心鮑魚系列嚐鮮優惠裝(3-4隻裝)【金牌/金蠔醬油/花膠 3款各1罐】</a:t>
            </a:r>
            <a:endParaRPr lang="en-US" sz="2500" dirty="0"/>
          </a:p>
        </p:txBody>
      </p:sp>
      <p:sp>
        <p:nvSpPr>
          <p:cNvPr id="12" name="Text 9"/>
          <p:cNvSpPr/>
          <p:nvPr/>
        </p:nvSpPr>
        <p:spPr>
          <a:xfrm>
            <a:off x="6629400" y="17830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H6183001（undefined）</a:t>
            </a:r>
            <a:endParaRPr lang="en-US" sz="1300" dirty="0"/>
          </a:p>
        </p:txBody>
      </p:sp>
      <p:sp>
        <p:nvSpPr>
          <p:cNvPr id="13" name="Text 10">
            <a:hlinkClick r:id="rId2" tooltip="開啟 HKTVmall 產品頁"/>
          </p:cNvPr>
          <p:cNvSpPr/>
          <p:nvPr/>
        </p:nvSpPr>
        <p:spPr>
          <a:xfrm>
            <a:off x="6629400" y="2121408"/>
            <a:ext cx="5029200" cy="347472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開啟 HKTVmall 產品頁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H6183001_S_4764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629400" y="24963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🔗 按 SKU 開啟 HKTVmall 產品頁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85216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5216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售價（估）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85216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$99.37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72668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2668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7月 GMV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72668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$6,260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960120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60120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7月銷量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60120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63 件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852160" y="4069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建議 Newsfeed 角度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897880" y="443484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安記 2026 全新電視廣告熱播（241,745 views，1個月內），品牌關注度上升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5897880" y="5001768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金牌/金蠔醬油/花膠 3 口味嚐鮮裝，低門檻試安記鮑魚系列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897880" y="5568696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中秋團圓飯加餸/送禮場景（中秋臨近），罐頭鮑魚自用送禮兩相宜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5852160" y="5943600"/>
            <a:ext cx="5852160" cy="566928"/>
          </a:xfrm>
          <a:prstGeom prst="roundRect">
            <a:avLst>
              <a:gd name="adj" fmla="val 9677"/>
            </a:avLst>
          </a:prstGeom>
          <a:solidFill>
            <a:srgbClr val="F3F4F6"/>
          </a:solidFill>
          <a:ln/>
        </p:spPr>
      </p:sp>
      <p:sp>
        <p:nvSpPr>
          <p:cNvPr id="29" name="Text 26"/>
          <p:cNvSpPr/>
          <p:nvPr/>
        </p:nvSpPr>
        <p:spPr>
          <a:xfrm>
            <a:off x="5989320" y="5971032"/>
            <a:ext cx="5577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📢 安記2026全新電視廣告「安記零食鮑魚」241,745次（1個月內）——品牌新TVC熱播，主推零食鮑魚、與溏心鮑魚嚐鮮裝同品牌關聯</a:t>
            </a:r>
            <a:endParaRPr lang="en-US" sz="950" dirty="0"/>
          </a:p>
        </p:txBody>
      </p:sp>
      <p:sp>
        <p:nvSpPr>
          <p:cNvPr id="30" name="Text 27">
            <a:hlinkClick r:id="rId3" tooltip="開啟 YouTube 影片"/>
          </p:cNvPr>
          <p:cNvSpPr/>
          <p:nvPr/>
        </p:nvSpPr>
        <p:spPr>
          <a:xfrm>
            <a:off x="5852160" y="6144768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開啟 YouTube 影片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📺 https://www.youtube.com/watch?v=dI6SzDrvXKo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15E59"/>
          </a:solidFill>
          <a:ln/>
        </p:spPr>
      </p:sp>
      <p:sp>
        <p:nvSpPr>
          <p:cNvPr id="32" name="Text 29"/>
          <p:cNvSpPr/>
          <p:nvPr/>
        </p:nvSpPr>
        <p:spPr>
          <a:xfrm>
            <a:off x="457200" y="6528816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Newsfeed Hot Items Dashboard ｜ fificheck.github.io/newsfeed-hot-items-dashboard ｜ 週一自動更新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2026-09-07T02:47:52Z</dcterms:created>
  <dcterms:modified xsi:type="dcterms:W3CDTF">2026-09-07T02:47:52Z</dcterms:modified>
</cp:coreProperties>
</file>