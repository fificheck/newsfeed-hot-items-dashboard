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P0122001_S_150559-GRY-9" TargetMode="External"/><Relationship Id="rId3" Type="http://schemas.openxmlformats.org/officeDocument/2006/relationships/hyperlink" Target="https://www.youtube.com/watch?v=CQBQwf44FfU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150559_gry_9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D’LITES 女裝休閒鞋（SLIP INS）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P0122001（P0122001）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P0122001_S_150559-GRY-9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$449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$1,347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D’LITES 20 週年限定款＋6.0 新色，主打復古厚底「顯腿長」，食正 Y2K 復古鞋熱潮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穿搭提案：情侶／閨蜜同款，配合 43 萬 views 官方 campaign 片做 UGC 二次創作挑戰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舒適 angle：「一步到位」免彎腰穿脫，針對每日行 8,000 步以上的通勤族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「D‘LITES 20 週年限定款 &amp; D‘LITES 6.0 強勢登場」430,651（2 個月前）；「Skechers D'Lites Dazzling Shine 2026 ｜ Every Detail Up Close! …」318（3 個月前）——D’LITES 20 週年限定款＋6.0 新登場官方片 43 萬 views（2個月前），復古厚底鞋熱潮持續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https://www.youtube.com/watch?v=CQBQwf44FfU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