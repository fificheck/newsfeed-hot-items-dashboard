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hktvmall.com/hktv/zh/p/P0122001_S_150559-GRY-9" TargetMode="External"/><Relationship Id="rId3" Type="http://schemas.openxmlformats.org/officeDocument/2006/relationships/hyperlink" Target="https://www.youtube.com/watch?v=CQBQwf44FfU" TargetMode="External"/><Relationship Id="rId1" Type="http://schemas.openxmlformats.org/officeDocument/2006/relationships/image" Target="../media/image-1-1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28016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新品 Newsfeed 介紹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749040" y="2286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Week of 19/10 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0058400" y="182880"/>
            <a:ext cx="1645920" cy="411480"/>
          </a:xfrm>
          <a:prstGeom prst="roundRect">
            <a:avLst>
              <a:gd name="adj" fmla="val 22222"/>
            </a:avLst>
          </a:prstGeom>
          <a:solidFill>
            <a:srgbClr val="E11D48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0" y="1828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🔥 高熱度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5120640" cy="4663440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8" name="Image 0" descr="/home/snkwok/newsfeed-scan/ppt_assets/product_150559_gry_9_ful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234440"/>
            <a:ext cx="4663440" cy="39776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574243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📦 HKTVmall 產品圖（參考）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852160" y="10515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6629400" y="1115568"/>
            <a:ext cx="5120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D’LITES 女裝休閒鞋（SLIP INS）</a:t>
            </a:r>
            <a:endParaRPr lang="en-US" sz="2500" dirty="0"/>
          </a:p>
        </p:txBody>
      </p:sp>
      <p:sp>
        <p:nvSpPr>
          <p:cNvPr id="12" name="Text 9"/>
          <p:cNvSpPr/>
          <p:nvPr/>
        </p:nvSpPr>
        <p:spPr>
          <a:xfrm>
            <a:off x="6629400" y="17830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P0122001（P0122001）</a:t>
            </a:r>
            <a:endParaRPr lang="en-US" sz="1300" dirty="0"/>
          </a:p>
        </p:txBody>
      </p:sp>
      <p:sp>
        <p:nvSpPr>
          <p:cNvPr id="13" name="Text 10">
            <a:hlinkClick r:id="rId2" tooltip="開啟 HKTVmall 產品頁"/>
          </p:cNvPr>
          <p:cNvSpPr/>
          <p:nvPr/>
        </p:nvSpPr>
        <p:spPr>
          <a:xfrm>
            <a:off x="6629400" y="2121408"/>
            <a:ext cx="5029200" cy="347472"/>
          </a:xfrm>
          <a:prstGeom prst="rect">
            <a:avLst/>
          </a:prstGeom>
          <a:solidFill>
            <a:srgbClr val="0F766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u="sng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開啟 HKTVmall 產品頁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P0122001_S_150559-GRY-9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629400" y="2496312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🔗 按 SKU 開啟 HKTVmall 產品頁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85216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85216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售價（估）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85216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766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$449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772668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72668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 GMV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72668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15E5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$1,347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960120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60120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7月銷量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960120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 件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852160" y="4069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建議 Newsfeed 角度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5897880" y="443484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D’LITES 20 週年限定款＋6.0 新色，主打復古厚底「顯腿長」，食正 Y2K 復古鞋熱潮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5897880" y="5001768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穿搭提案：情侶／閨蜜同款，配合 43 萬 views 官方 campaign 片做 UGC 二次創作挑戰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5897880" y="5568696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舒適 angle：「一步到位」免彎腰穿脫，針對每日行 8,000 步以上的通勤族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5852160" y="5943600"/>
            <a:ext cx="5852160" cy="566928"/>
          </a:xfrm>
          <a:prstGeom prst="roundRect">
            <a:avLst>
              <a:gd name="adj" fmla="val 9677"/>
            </a:avLst>
          </a:prstGeom>
          <a:solidFill>
            <a:srgbClr val="FFE4E6"/>
          </a:solidFill>
          <a:ln/>
        </p:spPr>
      </p:sp>
      <p:sp>
        <p:nvSpPr>
          <p:cNvPr id="29" name="Text 26"/>
          <p:cNvSpPr/>
          <p:nvPr/>
        </p:nvSpPr>
        <p:spPr>
          <a:xfrm>
            <a:off x="5989320" y="5971032"/>
            <a:ext cx="55778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📢 「D‘LITES 20 週年限定款 &amp; D‘LITES 6.0 強勢登場」430,651（2 個月前）；「Skechers D'Lites Dazzling Shine 2026</a:t>
            </a:r>
            <a:endParaRPr lang="en-US" sz="950" dirty="0"/>
          </a:p>
        </p:txBody>
      </p:sp>
      <p:sp>
        <p:nvSpPr>
          <p:cNvPr id="30" name="Text 27">
            <a:hlinkClick r:id="rId3" tooltip="開啟 YouTube 影片"/>
          </p:cNvPr>
          <p:cNvSpPr/>
          <p:nvPr/>
        </p:nvSpPr>
        <p:spPr>
          <a:xfrm>
            <a:off x="5852160" y="6144768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開啟 YouTube 影片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📺 https://www.youtube.com/watch?v=CQBQwf44FfU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15E59"/>
          </a:solidFill>
          <a:ln/>
        </p:spPr>
      </p:sp>
      <p:sp>
        <p:nvSpPr>
          <p:cNvPr id="32" name="Text 29"/>
          <p:cNvSpPr/>
          <p:nvPr/>
        </p:nvSpPr>
        <p:spPr>
          <a:xfrm>
            <a:off x="457200" y="6528816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Newsfeed Hot Items Dashboard ｜ fificheck.github.io/newsfeed-hot-items-dashboard ｜ 週一自動更新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2026-10-20T01:54:37Z</dcterms:created>
  <dcterms:modified xsi:type="dcterms:W3CDTF">2026-10-20T01:54:37Z</dcterms:modified>
</cp:coreProperties>
</file>