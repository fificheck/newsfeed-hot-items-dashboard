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5600001_S_580000" TargetMode="External"/><Relationship Id="rId3" Type="http://schemas.openxmlformats.org/officeDocument/2006/relationships/hyperlink" Target="https://www.youtube.com/watch?v=XMvn_rmPYLU" TargetMode="Externa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低熱度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liuxiangzhu_fu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衣物留香珠 885ml (皇室香氛)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Swashes 詩樂氏｜清潔消毒專家（H5600001）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H5600001_S_580000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$69.1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$13,889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201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消委會報告曾上新聞（致敏香料話題），可借勢講「揀無香料配方」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留香珠類別有持續搜尋量，$69.10 親民價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清潔家居類目常青，Newsfeed 啱做實用內容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3F4F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消委會抽查 12 款衣物清香珠全檢出可致敏香料（星島頭條）— 新聞話題但已過氣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https://www.youtube.com/watch?v=XMvn_rmPYLU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2026-08-27T04:37:20Z</dcterms:created>
  <dcterms:modified xsi:type="dcterms:W3CDTF">2026-08-27T04:37:20Z</dcterms:modified>
</cp:coreProperties>
</file>