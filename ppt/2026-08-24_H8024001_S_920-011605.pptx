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H8024001_S_920-011605" TargetMode="External"/><Relationship Id="rId3" Type="http://schemas.openxmlformats.org/officeDocument/2006/relationships/hyperlink" Target="https://www.youtube.com/watch?v=sMDfsN_e_KA" TargetMode="External"/><Relationship Id="rId1" Type="http://schemas.openxmlformats.org/officeDocument/2006/relationships/image" Target="../media/image-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24/8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中熱度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product_logitech_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MX KEYS S &amp; MX MASTER 3S 無線高階鍵鼠套裝 (配手托)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Logitech 官方旗艦店（H8024001）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H8024001_S_920-011605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$1,299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$12,990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跟隨社交熱度話題，順勢推出 Newsfeed 內容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/>
        </p:spPr>
      </p:sp>
      <p:sp>
        <p:nvSpPr>
          <p:cNvPr id="27" name="Text 24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邦尼評測 MX Master 4/Keys 10 個月前 197K；Logitech MX Keys S 開箱 3 年前 42K</a:t>
            </a:r>
            <a:endParaRPr lang="en-US" sz="950" dirty="0"/>
          </a:p>
        </p:txBody>
      </p:sp>
      <p:sp>
        <p:nvSpPr>
          <p:cNvPr id="28" name="Text 25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https://www.youtube.com/watch?v=sMDfsN_e_KA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2026-08-27T17:00:39Z</dcterms:created>
  <dcterms:modified xsi:type="dcterms:W3CDTF">2026-08-27T17:00:39Z</dcterms:modified>
</cp:coreProperties>
</file>