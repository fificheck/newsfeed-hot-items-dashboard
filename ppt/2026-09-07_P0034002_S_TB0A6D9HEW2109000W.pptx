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ktvmall.com/hktv/zh/p/P0034002_S_TB0A6D9HEW2109000W" TargetMode="External"/><Relationship Id="rId2" Type="http://schemas.openxmlformats.org/officeDocument/2006/relationships/hyperlink" Target="https://www.youtube.com/watch?v=0upxmyTT_B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07/09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 產品圖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男款Motion Access防水健步鞋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P0034002（undefined）</a:t>
            </a:r>
            <a:endParaRPr lang="en-US" sz="1300" dirty="0"/>
          </a:p>
        </p:txBody>
      </p:sp>
      <p:sp>
        <p:nvSpPr>
          <p:cNvPr id="13" name="Text 11">
            <a:hlinkClick r:id="rId1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P0034002_S_TB0A6D9HEW2109000W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$549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$1,098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Timberland 官方 Motion Access 系列發佈片 554,762 views（1年前），品牌層面持續曝光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防水＋輕量健步，返工落雨/戶外輕旅行兩用，機能鞋賣點清晰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秋冬鞋履換季早鳥時機，配合行山/戶外內容季節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Timberland官方「2025春夏 Motion Access 防水健步鞋全新登場」554,762次（1年前）——型號系列官方發佈片</a:t>
            </a:r>
            <a:endParaRPr lang="en-US" sz="950" dirty="0"/>
          </a:p>
        </p:txBody>
      </p:sp>
      <p:sp>
        <p:nvSpPr>
          <p:cNvPr id="30" name="Text 28">
            <a:hlinkClick r:id="rId2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https://www.youtube.com/watch?v=0upxmyTT_Bk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2026-09-07T02:47:52Z</dcterms:created>
  <dcterms:modified xsi:type="dcterms:W3CDTF">2026-09-07T02:47:52Z</dcterms:modified>
</cp:coreProperties>
</file>