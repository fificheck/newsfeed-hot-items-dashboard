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B0501001_S_AHH90013" TargetMode="External"/><Relationship Id="rId3" Type="http://schemas.openxmlformats.org/officeDocument/2006/relationships/hyperlink" Target="https://www.youtube.com/watch?v=1q6Cdl3aIeI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低熱度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synbiotic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[平行進口]Synbiotic D-C 益生菌(貓狗用) 50粒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動物醫院保健快線（B0501001）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B0501001_S_AHH90013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$213.75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$31,208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146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寵物益生菌類別討論持續（益生菌迷思話題熱）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Protexin 貓狗益生菌，寵物保健市場長青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$213.75 / 50 粒，寵物保健易入手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3F4F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益生菌迷思影片 11 日前（類別話題）；開箱測試 10 個月前 — 類別討論但非直接產品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https://www.youtube.com/watch?v=1q6Cdl3aIeI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2026-08-27T04:12:06Z</dcterms:created>
  <dcterms:modified xsi:type="dcterms:W3CDTF">2026-08-27T04:12:06Z</dcterms:modified>
</cp:coreProperties>
</file>