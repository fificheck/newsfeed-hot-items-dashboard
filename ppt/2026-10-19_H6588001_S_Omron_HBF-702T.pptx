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588001_S_Omron_HBF-702T" TargetMode="External"/><Relationship Id="rId3" Type="http://schemas.openxmlformats.org/officeDocument/2006/relationships/hyperlink" Target="https://www.youtube.com/watch?v=z4GBj0SjaeA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omron_hbf_702t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歐姆龍 HBF-702T 藍牙體脂磅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H6588001（H6588001）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H6588001_S_Omron_HBF-702T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$1,970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$5,910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體脂＋體重＋內臟脂肪一次量度，藍牙同步 App，主打「減肥要有數據」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官方產品片 93 萬 views，型號指名度高，適合做「開箱＋數據實測」內容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新年／婚禮前修身需求，配「30 日體脂追蹤」挑戰企劃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「Get more insights with OMRON Body Composition Monitor HBF-702T」931,915（2 年前）；「全面掌握身體數據！歐姆龍 HBF 702T 體脂計推薦｜居家健康管理好幫手」152,228（1 年前）；「OMRON 歐姆龍體脂計選購指南👉 六款CP值超高又必買的機種開箱｜【賴聊聊EP 56】」50,876（3 年前）——歐姆龍官方 HBF-702T 產品片 93 萬 views（2年前）＋中文體脂計推薦 15 萬（1年前），型號指名但非新片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https://www.youtube.com/watch?v=z4GBj0SjaeA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2026-10-20T01:54:37Z</dcterms:created>
  <dcterms:modified xsi:type="dcterms:W3CDTF">2026-10-20T01:54:37Z</dcterms:modified>
</cp:coreProperties>
</file>