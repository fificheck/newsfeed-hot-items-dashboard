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ktvmall.com/hktv/zh/p/H6092001_S_4909411048754x6" TargetMode="External"/><Relationship Id="rId3" Type="http://schemas.openxmlformats.org/officeDocument/2006/relationships/hyperlink" Target="https://www.youtube.com/watch?v=D76soRP2sSY" TargetMode="External"/><Relationship Id="rId1" Type="http://schemas.openxmlformats.org/officeDocument/2006/relationships/image" Target="../media/image-1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2801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新品 Newsfeed 介紹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749040" y="2286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of 19/10 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058400" y="182880"/>
            <a:ext cx="1645920" cy="411480"/>
          </a:xfrm>
          <a:prstGeom prst="roundRect">
            <a:avLst>
              <a:gd name="adj" fmla="val 22222"/>
            </a:avLst>
          </a:prstGeom>
          <a:solidFill>
            <a:srgbClr val="E11D48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0" y="1828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🔥 高熱度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51206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/home/snkwok/newsfeed-scan/ppt_assets/product_4909411048754x6_fu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234440"/>
            <a:ext cx="4663440" cy="3977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574243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📦 HKTVmall 產品圖（參考）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852160" y="10515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629400" y="11155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無糖 午後紅茶 2L x 6 支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6629400" y="1783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H6092001（H6092001）</a:t>
            </a:r>
            <a:endParaRPr lang="en-US" sz="1300" dirty="0"/>
          </a:p>
        </p:txBody>
      </p:sp>
      <p:sp>
        <p:nvSpPr>
          <p:cNvPr id="13" name="Text 10">
            <a:hlinkClick r:id="rId2" tooltip="開啟 HKTVmall 產品頁"/>
          </p:cNvPr>
          <p:cNvSpPr/>
          <p:nvPr/>
        </p:nvSpPr>
        <p:spPr>
          <a:xfrm>
            <a:off x="6629400" y="2121408"/>
            <a:ext cx="5029200" cy="347472"/>
          </a:xfrm>
          <a:prstGeom prst="rect">
            <a:avLst/>
          </a:prstGeom>
          <a:solidFill>
            <a:srgbClr val="0F766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開啟 HKTVmall 產品頁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H6092001_S_4909411048754x6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29400" y="24963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🔗 按 SKU 開啟 HKTVmall 產品頁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85216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85216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售價（估）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$108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72668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2668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 GMV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72668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$1,296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601200" y="288036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601200" y="299923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7月銷量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9601200" y="325526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 件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5852160" y="4069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💡 建議 Newsfeed 角度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897880" y="443484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無糖茶健康趨勢＋KIRIN 2026 官方廣告 367 萬 views，做「家中常備」原箱囤貨裝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5897880" y="500176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飲食場景：打邊爐／燒肉／月餅解膩，一箱放雪櫃隨時飲，平均每支約 $18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897880" y="5568696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辦公室茶水間團購 angle，6 支裝易分貨，適合公司零食櫃補貨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5852160" y="5943600"/>
            <a:ext cx="5852160" cy="566928"/>
          </a:xfrm>
          <a:prstGeom prst="roundRect">
            <a:avLst>
              <a:gd name="adj" fmla="val 9677"/>
            </a:avLst>
          </a:prstGeom>
          <a:solidFill>
            <a:srgbClr val="FFE4E6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5971032"/>
            <a:ext cx="5577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📢 「KIRIN 2026｜KIRIN午後紅茶 【歡笑旅程篇】 無糖紅茶 15s」3,674,483（3 個月前）；「午後紅茶」113,563——KIRIN 2026 官方無糖紅茶廣告 367 萬 views（3個月前）＋「午後紅茶」相關片 11 萬，品牌年度大推、無糖茶需求上升</a:t>
            </a:r>
            <a:endParaRPr lang="en-US" sz="950" dirty="0"/>
          </a:p>
        </p:txBody>
      </p:sp>
      <p:sp>
        <p:nvSpPr>
          <p:cNvPr id="30" name="Text 27">
            <a:hlinkClick r:id="rId3" tooltip="開啟 YouTube 影片"/>
          </p:cNvPr>
          <p:cNvSpPr/>
          <p:nvPr/>
        </p:nvSpPr>
        <p:spPr>
          <a:xfrm>
            <a:off x="5852160" y="61447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u="sng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開啟 YouTube 影片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📺 https://www.youtube.com/watch?v=D76soRP2sSY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115E59"/>
          </a:solidFill>
          <a:ln/>
        </p:spPr>
      </p:sp>
      <p:sp>
        <p:nvSpPr>
          <p:cNvPr id="32" name="Text 29"/>
          <p:cNvSpPr/>
          <p:nvPr/>
        </p:nvSpPr>
        <p:spPr>
          <a:xfrm>
            <a:off x="457200" y="6528816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FB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Newsfeed Hot Items Dashboard ｜ fificheck.github.io/newsfeed-hot-items-dashboard ｜ 週一自動更新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2026-10-20T02:07:44Z</dcterms:created>
  <dcterms:modified xsi:type="dcterms:W3CDTF">2026-10-20T02:07:44Z</dcterms:modified>
</cp:coreProperties>
</file>