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H6092001_S_4909411048754x6" TargetMode="External"/><Relationship Id="rId3" Type="http://schemas.openxmlformats.org/officeDocument/2006/relationships/hyperlink" Target="https://www.youtube.com/watch?v=D76soRP2sSY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19/10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E11D4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高熱度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4909411048754x6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無糖 午後紅茶 2L x 6 支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H6092001（H6092001）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H6092001_S_4909411048754x6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$108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$1,296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無糖茶健康趨勢＋KIRIN 2026 官方廣告 367 萬 views，做「家中常備」原箱囤貨裝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飲食場景：打邊爐／燒肉／月餅解膩，一箱放雪櫃隨時飲，平均每支約 $18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辦公室茶水間團購 angle，6 支裝易分貨，適合公司零食櫃補貨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FE4E6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「KIRIN 2026｜KIRIN午後紅茶 【歡笑旅程篇】 無糖紅茶 15s」3,674,483（3 個月前）；「午後紅茶」113,563——KIRIN 2026 官方無糖紅茶廣告 367 萬 views（3個月前）＋「午後紅茶」相關片 11 萬，品牌年度大推、無糖茶需求上升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https://www.youtube.com/watch?v=D76soRP2sSY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2026-10-20T01:54:37Z</dcterms:created>
  <dcterms:modified xsi:type="dcterms:W3CDTF">2026-10-20T01:54:37Z</dcterms:modified>
</cp:coreProperties>
</file>