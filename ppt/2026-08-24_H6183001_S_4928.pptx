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183001_S_4928" TargetMode="External"/><Relationship Id="rId3" Type="http://schemas.openxmlformats.org/officeDocument/2006/relationships/hyperlink" Target="https://www.youtube.com/watch?v=2rI2VfmCVsg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928_wasabi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零食鮑 - 和風照燒 (12粒裝)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安記海味（H6183001）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H6183001_S_4928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$87.65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$18,845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215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和風照燒口味 — 跟 TVC 熱度同步上 Newsfeed，轉化最快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12 粒裝輕量包裝，$87.65 試食價降低入手門檻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零食鮑系列 7 月三款合共 GMV ~$5.7 萬，系列勢頭強勁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同一條安記零食鮑魚 TVC 17 小時前上架；星島申訴王 2 日前；樓上店影片 3 日前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https://www.youtube.com/watch?v=2rI2VfmCVsg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2026-08-27T04:37:20Z</dcterms:created>
  <dcterms:modified xsi:type="dcterms:W3CDTF">2026-08-27T04:37:20Z</dcterms:modified>
</cp:coreProperties>
</file>