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ktvmall.com/hktv/zh/p/P0122001_S_183083-WGY-7" TargetMode="External"/><Relationship Id="rId2" Type="http://schemas.openxmlformats.org/officeDocument/2006/relationships/hyperlink" Target="https://www.youtube.com/watch?v=QBAdtF4L9_w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07/09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 產品圖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SLIP INS 速穿科技: TRES-AIR UNO 男裝休閒鞋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P0122001（undefined）</a:t>
            </a:r>
            <a:endParaRPr lang="en-US" sz="1300" dirty="0"/>
          </a:p>
        </p:txBody>
      </p:sp>
      <p:sp>
        <p:nvSpPr>
          <p:cNvPr id="13" name="Text 11">
            <a:hlinkClick r:id="rId1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P0122001_S_183083-WGY-7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$359.2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$1,796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Skechers 官方 UNO 廣告 566,446 views＋新 UNO Glide-Step Slip-ins 廣告（2個月前），速穿科技「唔使綁鞋帶」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旅遊神鞋實測片 484,167 views 上榜：輕身＋緩震，返工/行街/旅行一對搞掂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開學季＋換季波鞋換代時機，男女同款、易襯易賣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Skechers官方「Tres Air UNO」廣告566,446次＋「Men's Skechers UNO」廣告558,361；新「Skechers UNO Glide-Step Slip-ins commercial」130,728（2個月前）；港台「3款休閒旅遊鞋實測 Skechers/HOKA/On」484,167（4個月前）</a:t>
            </a:r>
            <a:endParaRPr lang="en-US" sz="950" dirty="0"/>
          </a:p>
        </p:txBody>
      </p:sp>
      <p:sp>
        <p:nvSpPr>
          <p:cNvPr id="30" name="Text 28">
            <a:hlinkClick r:id="rId2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https://www.youtube.com/watch?v=QBAdtF4L9_w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2026-09-07T02:47:52Z</dcterms:created>
  <dcterms:modified xsi:type="dcterms:W3CDTF">2026-09-07T02:47:52Z</dcterms:modified>
</cp:coreProperties>
</file>