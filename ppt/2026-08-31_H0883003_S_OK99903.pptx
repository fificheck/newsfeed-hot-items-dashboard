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0883003_S_OK99903" TargetMode="External"/><Relationship Id="rId3" Type="http://schemas.openxmlformats.org/officeDocument/2006/relationships/hyperlink" Target="https://www.youtube.com/watch?v=Z9Tlow0tvzE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31/8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ok99903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吸濕大笨象除濕抗菌消臭吸濕劑(10片入)(抽屜儲物箱用)▼C2(99903)(平行進口)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H0883003（H0883003）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H0883003_S_OK99903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$64.33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$11,257.25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175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「香港潮濕天氣救星」影片 3 個月前 1.3M views，除濕防霉話題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吸濕大笨象係獅王經典家居產品，衣櫃抽屜除濕實用場景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$64.33 平價消耗品，Newsfeed 做「回南天/潮濕季」應季內容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香港潮濕天氣救星 影片 3 個月前 1.3M + 獅王 吸濕大笨象 真實用家 5 個月前 — 潮濕季話題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https://www.youtube.com/watch?v=Z9Tlow0tvzE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2026-08-31T02:38:54Z</dcterms:created>
  <dcterms:modified xsi:type="dcterms:W3CDTF">2026-08-31T02:38:54Z</dcterms:modified>
</cp:coreProperties>
</file>