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24/8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中熱度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234440" y="111556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ADD6991WH RO 純淨冷熱製冰飲水機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1234440" y="1783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輝煌數碼（H6588001）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2121408"/>
            <a:ext cx="4206240" cy="320040"/>
          </a:xfrm>
          <a:prstGeom prst="rect">
            <a:avLst/>
          </a:prstGeom>
          <a:solidFill>
            <a:srgbClr val="CCFB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H6588001_S_Philips_ADD6991WH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974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16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7238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$3,750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240280" y="26974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2816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40280" y="307238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$22,500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023360" y="2697480"/>
            <a:ext cx="16459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281635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0" y="3072384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件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2920" y="429768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即熱 + 製冰 + 冷熱淨水一機搞掂，旗艦家電最吸睛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02920" y="4864608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RO 淨水/飲水機係家電評測長青類別，內容素材豐富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5431536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高單價旗艦（$3,750）適合 Newsfeed 作品牌形象 + 教育內容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63640" y="1051560"/>
            <a:ext cx="5486400" cy="3090672"/>
          </a:xfrm>
          <a:prstGeom prst="roundRect">
            <a:avLst>
              <a:gd name="adj" fmla="val 177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5" name="Image 0" descr="ppt_assets/product_add6991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46520" y="1207008"/>
            <a:ext cx="5120640" cy="288036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6263640" y="4315968"/>
            <a:ext cx="54864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46520" y="443484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社交熱度證據（YouTube）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446520" y="4736592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 水機購買指南（即熱/製冰）1 年前；友和 YOHO 開箱；GG學堂 RO 即熱飲水機 6 大迷思 — 家電評測類別持續熱議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6446520" y="56875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🔗 https://www.youtube.com/watch?v=zEfiywrtApc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1" name="Text 28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2026-08-27T03:39:46Z</dcterms:created>
  <dcterms:modified xsi:type="dcterms:W3CDTF">2026-08-27T03:39:46Z</dcterms:modified>
</cp:coreProperties>
</file>