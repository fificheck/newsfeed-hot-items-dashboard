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588001_S_Philips_ADD6991WH" TargetMode="External"/><Relationship Id="rId3" Type="http://schemas.openxmlformats.org/officeDocument/2006/relationships/hyperlink" Target="https://www.youtube.com/watch?v=zEfiywrtApc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add6991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ADD6991WH RO純淨冷熱製冰飲水機 香港行貨 | 即熱水機 | 製冰水機 | ADD6991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輝煌數碼（H6588001）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H6588001_S_Philips_ADD6991WH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$3,750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$22,500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即熱 + 製冰 + 冷熱淨水一機搞掂，旗艦家電最吸睛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 淨水/飲水機係家電評測長青類別，內容素材豐富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高單價旗艦（$3,750）適合 Newsfeed 作品牌形象 + 教育內容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RO 水機購買指南（Philips/小米/Toshiba）1 年前 214K；Philips 官方產品片 4.9M views；飛利浦製冰水機開箱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https://www.youtube.com/watch?v=zEfiywrtApc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2026-08-27T17:00:39Z</dcterms:created>
  <dcterms:modified xsi:type="dcterms:W3CDTF">2026-08-27T17:00:39Z</dcterms:modified>
</cp:coreProperties>
</file>