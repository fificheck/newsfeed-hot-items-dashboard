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6588001_S_Philips_ADD6991WH" TargetMode="External"/><Relationship Id="rId3" Type="http://schemas.openxmlformats.org/officeDocument/2006/relationships/hyperlink" Target="https://www.youtube.com/watch?v=zEfiywrtApc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add6991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ADD6991WH RO 純淨冷熱製冰飲水機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輝煌數碼（H6588001）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H6588001_S_Philips_ADD6991WH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$3,750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$22,500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即熱 + 製冰 + 冷熱淨水一機搞掂，旗艦家電最吸睛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RO 淨水/飲水機係家電評測長青類別，內容素材豐富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高單價旗艦（$3,750）適合 Newsfeed 作品牌形象 + 教育內容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RO 水機購買指南（即熱/製冰）1 年前；友和 YOHO 開箱；GG學堂 RO 即熱飲水機 6 大迷思 — 家電評測類別持續熱議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https://www.youtube.com/watch?v=zEfiywrtApc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2026-08-27T04:37:20Z</dcterms:created>
  <dcterms:modified xsi:type="dcterms:W3CDTF">2026-08-27T04:37:20Z</dcterms:modified>
</cp:coreProperties>
</file>