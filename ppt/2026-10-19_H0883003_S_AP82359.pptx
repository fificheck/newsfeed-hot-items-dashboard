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3_S_AP82359" TargetMode="External"/><Relationship Id="rId3" Type="http://schemas.openxmlformats.org/officeDocument/2006/relationships/hyperlink" Target="https://www.youtube.com/watch?v=QHhHVZvGpAY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airtag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Apple AirTag 智能定位器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H0883003（H0883003）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H0883003_S_AP82359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$6,320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外遊必備：行李寄艙防丟，2026 新版 AirTag 比較片 27.5 萬 views 帶動搜尋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寵物／長者防走失 angle，配「Find My 即時定位」教學短片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送禮自用：4 件裝可分給家人，主打「一鍵搵返」安心感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「AirTag 2 vs Everything Else – The State of Trackers in 2026!」275,029（7 個月前）；「Unboxing AirTag 2nd Gen (2026) ft. UAG Monarch Case」8,815（5 個月前）——AirTag 2 世代 2026 比較片 27.5 萬 views（7個月前）＋二代開箱 8,815（5個月前），防丟配件換代話題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https://www.youtube.com/watch?v=QHhHVZvGpAY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