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252001_S_MF10" TargetMode="External"/><Relationship Id="rId3" Type="http://schemas.openxmlformats.org/officeDocument/2006/relationships/hyperlink" Target="https://www.youtube.com/watch?v=DD-L7vecoiY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mf10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MF10 淨化無葉風扇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B1252001（undefined）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B1252001_S_MF10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$2,699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$8,097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追覓官方廣告 978,910 views（3個月前）造勢，無葉風扇主打安全（冇扇葉）＋易清潔，啱有小朋友/寵物家庭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科技說等實測片力推 AI 感溫恆溫＋低噪音，瞓覺/BB房都啱用，涼得嚟唔吹病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「風扇＋空氣淨化」二合一升級換代 angle，初秋轉季前入手時機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追覓Dreame官方廣告「未來循環扇｜AI感溫無葉淨化循環扇」978,910次（3個月前）；「追覓MF10循環扇 實測降溫PK 傳統風扇」67,371（1個月前）；科技說「無葉風扇開箱評測EP95」7,215（1個月前）——官方TVC＋型號級實測新片連發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https://www.youtube.com/watch?v=DD-L7vecoiY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2026-09-07T02:47:51Z</dcterms:created>
  <dcterms:modified xsi:type="dcterms:W3CDTF">2026-09-07T02:47:51Z</dcterms:modified>
</cp:coreProperties>
</file>